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7"/>
  </p:notesMasterIdLst>
  <p:handoutMasterIdLst>
    <p:handoutMasterId r:id="rId58"/>
  </p:handoutMasterIdLst>
  <p:sldIdLst>
    <p:sldId id="476" r:id="rId5"/>
    <p:sldId id="2147471679" r:id="rId6"/>
    <p:sldId id="2147471688" r:id="rId7"/>
    <p:sldId id="479" r:id="rId8"/>
    <p:sldId id="2147471685" r:id="rId9"/>
    <p:sldId id="2147471686" r:id="rId10"/>
    <p:sldId id="2147471691" r:id="rId11"/>
    <p:sldId id="2147471695" r:id="rId12"/>
    <p:sldId id="2147471696" r:id="rId13"/>
    <p:sldId id="2147471697" r:id="rId14"/>
    <p:sldId id="2147471698" r:id="rId15"/>
    <p:sldId id="2147471699" r:id="rId16"/>
    <p:sldId id="2147471684" r:id="rId17"/>
    <p:sldId id="2147471687" r:id="rId18"/>
    <p:sldId id="2147471689" r:id="rId19"/>
    <p:sldId id="2147471690" r:id="rId20"/>
    <p:sldId id="2147471692" r:id="rId21"/>
    <p:sldId id="2147471693" r:id="rId22"/>
    <p:sldId id="2147471700" r:id="rId23"/>
    <p:sldId id="2147471701" r:id="rId24"/>
    <p:sldId id="2147471702" r:id="rId25"/>
    <p:sldId id="2147471703" r:id="rId26"/>
    <p:sldId id="2147471704" r:id="rId27"/>
    <p:sldId id="2147471705" r:id="rId28"/>
    <p:sldId id="2147471706" r:id="rId29"/>
    <p:sldId id="2147471707" r:id="rId30"/>
    <p:sldId id="2147471708" r:id="rId31"/>
    <p:sldId id="2147471709" r:id="rId32"/>
    <p:sldId id="2147471710" r:id="rId33"/>
    <p:sldId id="2147471712" r:id="rId34"/>
    <p:sldId id="2147471713" r:id="rId35"/>
    <p:sldId id="2147471714" r:id="rId36"/>
    <p:sldId id="2147471715" r:id="rId37"/>
    <p:sldId id="2147471716" r:id="rId38"/>
    <p:sldId id="2147471717" r:id="rId39"/>
    <p:sldId id="2147471718" r:id="rId40"/>
    <p:sldId id="2147471719" r:id="rId41"/>
    <p:sldId id="2147471720" r:id="rId42"/>
    <p:sldId id="2147471721" r:id="rId43"/>
    <p:sldId id="2147471722" r:id="rId44"/>
    <p:sldId id="2147471724" r:id="rId45"/>
    <p:sldId id="2147471725" r:id="rId46"/>
    <p:sldId id="2147471726" r:id="rId47"/>
    <p:sldId id="2147471727" r:id="rId48"/>
    <p:sldId id="2147471728" r:id="rId49"/>
    <p:sldId id="2147471729" r:id="rId50"/>
    <p:sldId id="2147471730" r:id="rId51"/>
    <p:sldId id="2147471731" r:id="rId52"/>
    <p:sldId id="2147471732" r:id="rId53"/>
    <p:sldId id="2147471733" r:id="rId54"/>
    <p:sldId id="2147471734" r:id="rId55"/>
    <p:sldId id="492" r:id="rId5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20" userDrawn="1">
          <p15:clr>
            <a:srgbClr val="A4A3A4"/>
          </p15:clr>
        </p15:guide>
        <p15:guide id="2" orient="horz" pos="2568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5BD310D-565B-EF66-D8E2-33977807FB60}" name="Milenko Beric" initials="MB" userId="S::milenko.beric@rt-rk.com::634def97-6e0a-41b9-a72b-350bc5192b5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46A"/>
    <a:srgbClr val="CEC5D5"/>
    <a:srgbClr val="B9D9DC"/>
    <a:srgbClr val="CFC6D5"/>
    <a:srgbClr val="E7E8ED"/>
    <a:srgbClr val="878787"/>
    <a:srgbClr val="B8BDC8"/>
    <a:srgbClr val="CFD2DA"/>
    <a:srgbClr val="E8E6E6"/>
    <a:srgbClr val="A1A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879689-0E22-4633-9946-05F56F08D9D4}" v="54" dt="2026-07-06T10:48:53.845"/>
  </p1510:revLst>
</p1510:revInfo>
</file>

<file path=ppt/tableStyles.xml><?xml version="1.0" encoding="utf-8"?>
<a:tblStyleLst xmlns:a="http://schemas.openxmlformats.org/drawingml/2006/main" def="{93296810-A885-4BE3-A3E7-6D5BEEA58F35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ittlere Formatvorlage 3 - Akz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ittlere Formatvorlage 3 - 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43" autoAdjust="0"/>
    <p:restoredTop sz="94673" autoAdjust="0"/>
  </p:normalViewPr>
  <p:slideViewPr>
    <p:cSldViewPr snapToGrid="0" showGuides="1">
      <p:cViewPr varScale="1">
        <p:scale>
          <a:sx n="105" d="100"/>
          <a:sy n="105" d="100"/>
        </p:scale>
        <p:origin x="1170" y="96"/>
      </p:cViewPr>
      <p:guideLst>
        <p:guide orient="horz" pos="1820"/>
        <p:guide orient="horz" pos="2568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01" d="100"/>
          <a:sy n="101" d="100"/>
        </p:scale>
        <p:origin x="4358" y="51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65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djan Grujic" userId="0c2951b5-372f-4233-9e81-e5683ad51377" providerId="ADAL" clId="{1AB965AC-A9FA-483E-8A06-B0684E9B0FCE}"/>
    <pc:docChg chg="undo redo custSel addSld delSld modSld">
      <pc:chgData name="Srdjan Grujic" userId="0c2951b5-372f-4233-9e81-e5683ad51377" providerId="ADAL" clId="{1AB965AC-A9FA-483E-8A06-B0684E9B0FCE}" dt="2026-07-06T10:50:14.237" v="4621" actId="20577"/>
      <pc:docMkLst>
        <pc:docMk/>
      </pc:docMkLst>
      <pc:sldChg chg="modSp mod">
        <pc:chgData name="Srdjan Grujic" userId="0c2951b5-372f-4233-9e81-e5683ad51377" providerId="ADAL" clId="{1AB965AC-A9FA-483E-8A06-B0684E9B0FCE}" dt="2026-07-06T10:50:14.237" v="4621" actId="20577"/>
        <pc:sldMkLst>
          <pc:docMk/>
          <pc:sldMk cId="3242455987" sldId="492"/>
        </pc:sldMkLst>
        <pc:spChg chg="mod">
          <ac:chgData name="Srdjan Grujic" userId="0c2951b5-372f-4233-9e81-e5683ad51377" providerId="ADAL" clId="{1AB965AC-A9FA-483E-8A06-B0684E9B0FCE}" dt="2026-07-06T10:50:14.237" v="4621" actId="20577"/>
          <ac:spMkLst>
            <pc:docMk/>
            <pc:sldMk cId="3242455987" sldId="492"/>
            <ac:spMk id="21" creationId="{5C67C7C7-4E6F-C4B5-38A4-F2DCA1A4DB97}"/>
          </ac:spMkLst>
        </pc:spChg>
      </pc:sldChg>
      <pc:sldChg chg="modSp mod">
        <pc:chgData name="Srdjan Grujic" userId="0c2951b5-372f-4233-9e81-e5683ad51377" providerId="ADAL" clId="{1AB965AC-A9FA-483E-8A06-B0684E9B0FCE}" dt="2026-07-06T05:53:00.154" v="2" actId="20577"/>
        <pc:sldMkLst>
          <pc:docMk/>
          <pc:sldMk cId="2482613929" sldId="2147471721"/>
        </pc:sldMkLst>
        <pc:spChg chg="mod">
          <ac:chgData name="Srdjan Grujic" userId="0c2951b5-372f-4233-9e81-e5683ad51377" providerId="ADAL" clId="{1AB965AC-A9FA-483E-8A06-B0684E9B0FCE}" dt="2026-07-06T05:53:00.154" v="2" actId="20577"/>
          <ac:spMkLst>
            <pc:docMk/>
            <pc:sldMk cId="2482613929" sldId="2147471721"/>
            <ac:spMk id="2" creationId="{2DC4BFF3-4501-B29E-C27F-4F02AB99C619}"/>
          </ac:spMkLst>
        </pc:spChg>
      </pc:sldChg>
      <pc:sldChg chg="add del">
        <pc:chgData name="Srdjan Grujic" userId="0c2951b5-372f-4233-9e81-e5683ad51377" providerId="ADAL" clId="{1AB965AC-A9FA-483E-8A06-B0684E9B0FCE}" dt="2026-07-06T10:50:02.683" v="4601" actId="47"/>
        <pc:sldMkLst>
          <pc:docMk/>
          <pc:sldMk cId="2826710597" sldId="2147471723"/>
        </pc:sldMkLst>
      </pc:sldChg>
      <pc:sldChg chg="add del">
        <pc:chgData name="Srdjan Grujic" userId="0c2951b5-372f-4233-9e81-e5683ad51377" providerId="ADAL" clId="{1AB965AC-A9FA-483E-8A06-B0684E9B0FCE}" dt="2026-07-06T05:53:04.462" v="3" actId="47"/>
        <pc:sldMkLst>
          <pc:docMk/>
          <pc:sldMk cId="1275216658" sldId="2147471725"/>
        </pc:sldMkLst>
      </pc:sldChg>
      <pc:sldChg chg="addSp delSp modSp add mod">
        <pc:chgData name="Srdjan Grujic" userId="0c2951b5-372f-4233-9e81-e5683ad51377" providerId="ADAL" clId="{1AB965AC-A9FA-483E-8A06-B0684E9B0FCE}" dt="2026-07-06T06:23:10.990" v="555" actId="313"/>
        <pc:sldMkLst>
          <pc:docMk/>
          <pc:sldMk cId="4063472540" sldId="2147471725"/>
        </pc:sldMkLst>
        <pc:spChg chg="mod">
          <ac:chgData name="Srdjan Grujic" userId="0c2951b5-372f-4233-9e81-e5683ad51377" providerId="ADAL" clId="{1AB965AC-A9FA-483E-8A06-B0684E9B0FCE}" dt="2026-07-06T06:19:49.685" v="236" actId="20577"/>
          <ac:spMkLst>
            <pc:docMk/>
            <pc:sldMk cId="4063472540" sldId="2147471725"/>
            <ac:spMk id="2" creationId="{89F91DDB-FB44-4CE5-165C-37E1A84A0995}"/>
          </ac:spMkLst>
        </pc:spChg>
        <pc:spChg chg="mod">
          <ac:chgData name="Srdjan Grujic" userId="0c2951b5-372f-4233-9e81-e5683ad51377" providerId="ADAL" clId="{1AB965AC-A9FA-483E-8A06-B0684E9B0FCE}" dt="2026-07-06T06:17:14.113" v="12" actId="20577"/>
          <ac:spMkLst>
            <pc:docMk/>
            <pc:sldMk cId="4063472540" sldId="2147471725"/>
            <ac:spMk id="3" creationId="{9209A93C-3DC4-6417-FD04-37A33366CD4E}"/>
          </ac:spMkLst>
        </pc:spChg>
        <pc:spChg chg="mod">
          <ac:chgData name="Srdjan Grujic" userId="0c2951b5-372f-4233-9e81-e5683ad51377" providerId="ADAL" clId="{1AB965AC-A9FA-483E-8A06-B0684E9B0FCE}" dt="2026-07-06T06:17:34.771" v="72" actId="14100"/>
          <ac:spMkLst>
            <pc:docMk/>
            <pc:sldMk cId="4063472540" sldId="2147471725"/>
            <ac:spMk id="4" creationId="{5E63C1A6-56C7-BC2C-C112-EE8655F92B8B}"/>
          </ac:spMkLst>
        </pc:spChg>
        <pc:spChg chg="mod">
          <ac:chgData name="Srdjan Grujic" userId="0c2951b5-372f-4233-9e81-e5683ad51377" providerId="ADAL" clId="{1AB965AC-A9FA-483E-8A06-B0684E9B0FCE}" dt="2026-07-06T06:18:15.079" v="122" actId="113"/>
          <ac:spMkLst>
            <pc:docMk/>
            <pc:sldMk cId="4063472540" sldId="2147471725"/>
            <ac:spMk id="5" creationId="{502A85AB-BA39-532E-4CED-55D919396992}"/>
          </ac:spMkLst>
        </pc:spChg>
        <pc:spChg chg="add mod">
          <ac:chgData name="Srdjan Grujic" userId="0c2951b5-372f-4233-9e81-e5683ad51377" providerId="ADAL" clId="{1AB965AC-A9FA-483E-8A06-B0684E9B0FCE}" dt="2026-07-06T06:20:47.172" v="243" actId="1076"/>
          <ac:spMkLst>
            <pc:docMk/>
            <pc:sldMk cId="4063472540" sldId="2147471725"/>
            <ac:spMk id="6" creationId="{D39F77C1-BA7A-A2D0-F431-A3BD53197589}"/>
          </ac:spMkLst>
        </pc:spChg>
        <pc:spChg chg="mod">
          <ac:chgData name="Srdjan Grujic" userId="0c2951b5-372f-4233-9e81-e5683ad51377" providerId="ADAL" clId="{1AB965AC-A9FA-483E-8A06-B0684E9B0FCE}" dt="2026-07-06T06:17:48.176" v="113" actId="20577"/>
          <ac:spMkLst>
            <pc:docMk/>
            <pc:sldMk cId="4063472540" sldId="2147471725"/>
            <ac:spMk id="7" creationId="{ECE9D070-FFC5-AE57-5B56-5E1101123768}"/>
          </ac:spMkLst>
        </pc:spChg>
        <pc:spChg chg="add mod">
          <ac:chgData name="Srdjan Grujic" userId="0c2951b5-372f-4233-9e81-e5683ad51377" providerId="ADAL" clId="{1AB965AC-A9FA-483E-8A06-B0684E9B0FCE}" dt="2026-07-06T06:20:47.172" v="243" actId="1076"/>
          <ac:spMkLst>
            <pc:docMk/>
            <pc:sldMk cId="4063472540" sldId="2147471725"/>
            <ac:spMk id="8" creationId="{A69893B6-4669-0795-C5B2-CE1A04834BD2}"/>
          </ac:spMkLst>
        </pc:spChg>
        <pc:spChg chg="add mod">
          <ac:chgData name="Srdjan Grujic" userId="0c2951b5-372f-4233-9e81-e5683ad51377" providerId="ADAL" clId="{1AB965AC-A9FA-483E-8A06-B0684E9B0FCE}" dt="2026-07-06T06:22:48.604" v="496" actId="313"/>
          <ac:spMkLst>
            <pc:docMk/>
            <pc:sldMk cId="4063472540" sldId="2147471725"/>
            <ac:spMk id="9" creationId="{674F9316-E9F7-8F0C-D4DA-0B62ECC2F6C5}"/>
          </ac:spMkLst>
        </pc:spChg>
        <pc:spChg chg="mod">
          <ac:chgData name="Srdjan Grujic" userId="0c2951b5-372f-4233-9e81-e5683ad51377" providerId="ADAL" clId="{1AB965AC-A9FA-483E-8A06-B0684E9B0FCE}" dt="2026-07-06T06:21:11.507" v="313" actId="313"/>
          <ac:spMkLst>
            <pc:docMk/>
            <pc:sldMk cId="4063472540" sldId="2147471725"/>
            <ac:spMk id="10" creationId="{B082172C-CC37-3DF0-FB7D-44B89DF817FA}"/>
          </ac:spMkLst>
        </pc:spChg>
        <pc:spChg chg="add mod">
          <ac:chgData name="Srdjan Grujic" userId="0c2951b5-372f-4233-9e81-e5683ad51377" providerId="ADAL" clId="{1AB965AC-A9FA-483E-8A06-B0684E9B0FCE}" dt="2026-07-06T06:23:10.990" v="555" actId="313"/>
          <ac:spMkLst>
            <pc:docMk/>
            <pc:sldMk cId="4063472540" sldId="2147471725"/>
            <ac:spMk id="11" creationId="{D22B587B-F64E-15AD-FE43-88DAF56545B7}"/>
          </ac:spMkLst>
        </pc:spChg>
        <pc:spChg chg="del mod">
          <ac:chgData name="Srdjan Grujic" userId="0c2951b5-372f-4233-9e81-e5683ad51377" providerId="ADAL" clId="{1AB965AC-A9FA-483E-8A06-B0684E9B0FCE}" dt="2026-07-06T06:18:20.286" v="124" actId="478"/>
          <ac:spMkLst>
            <pc:docMk/>
            <pc:sldMk cId="4063472540" sldId="2147471725"/>
            <ac:spMk id="15" creationId="{2033595B-F459-D2CA-B2A1-5195D129B58B}"/>
          </ac:spMkLst>
        </pc:spChg>
        <pc:spChg chg="del mod">
          <ac:chgData name="Srdjan Grujic" userId="0c2951b5-372f-4233-9e81-e5683ad51377" providerId="ADAL" clId="{1AB965AC-A9FA-483E-8A06-B0684E9B0FCE}" dt="2026-07-06T06:19:44.963" v="230" actId="478"/>
          <ac:spMkLst>
            <pc:docMk/>
            <pc:sldMk cId="4063472540" sldId="2147471725"/>
            <ac:spMk id="16" creationId="{4EAE39BF-B79B-7C23-C16A-373C81014F53}"/>
          </ac:spMkLst>
        </pc:spChg>
        <pc:spChg chg="del mod">
          <ac:chgData name="Srdjan Grujic" userId="0c2951b5-372f-4233-9e81-e5683ad51377" providerId="ADAL" clId="{1AB965AC-A9FA-483E-8A06-B0684E9B0FCE}" dt="2026-07-06T06:19:46.481" v="232" actId="478"/>
          <ac:spMkLst>
            <pc:docMk/>
            <pc:sldMk cId="4063472540" sldId="2147471725"/>
            <ac:spMk id="17" creationId="{E45AEAFB-027C-2B2E-33A3-2D0F08587AF5}"/>
          </ac:spMkLst>
        </pc:spChg>
        <pc:spChg chg="del mod">
          <ac:chgData name="Srdjan Grujic" userId="0c2951b5-372f-4233-9e81-e5683ad51377" providerId="ADAL" clId="{1AB965AC-A9FA-483E-8A06-B0684E9B0FCE}" dt="2026-07-06T06:19:47.841" v="234" actId="478"/>
          <ac:spMkLst>
            <pc:docMk/>
            <pc:sldMk cId="4063472540" sldId="2147471725"/>
            <ac:spMk id="18" creationId="{A4BCA4F6-BED2-25BE-63CD-FB033E9FB32D}"/>
          </ac:spMkLst>
        </pc:spChg>
        <pc:spChg chg="mod">
          <ac:chgData name="Srdjan Grujic" userId="0c2951b5-372f-4233-9e81-e5683ad51377" providerId="ADAL" clId="{1AB965AC-A9FA-483E-8A06-B0684E9B0FCE}" dt="2026-07-06T06:22:14.292" v="402" actId="313"/>
          <ac:spMkLst>
            <pc:docMk/>
            <pc:sldMk cId="4063472540" sldId="2147471725"/>
            <ac:spMk id="23" creationId="{80480110-DE2E-4464-09B8-C52EE36DC41B}"/>
          </ac:spMkLst>
        </pc:spChg>
        <pc:spChg chg="mod">
          <ac:chgData name="Srdjan Grujic" userId="0c2951b5-372f-4233-9e81-e5683ad51377" providerId="ADAL" clId="{1AB965AC-A9FA-483E-8A06-B0684E9B0FCE}" dt="2026-07-06T06:20:25.667" v="240" actId="1076"/>
          <ac:spMkLst>
            <pc:docMk/>
            <pc:sldMk cId="4063472540" sldId="2147471725"/>
            <ac:spMk id="77" creationId="{D5D53678-F8D1-FDC6-4341-73BDAEBAF6D8}"/>
          </ac:spMkLst>
        </pc:spChg>
        <pc:spChg chg="mod">
          <ac:chgData name="Srdjan Grujic" userId="0c2951b5-372f-4233-9e81-e5683ad51377" providerId="ADAL" clId="{1AB965AC-A9FA-483E-8A06-B0684E9B0FCE}" dt="2026-07-06T06:18:31.348" v="127" actId="1076"/>
          <ac:spMkLst>
            <pc:docMk/>
            <pc:sldMk cId="4063472540" sldId="2147471725"/>
            <ac:spMk id="81" creationId="{65F34921-630E-8C6C-9860-79EEA2641579}"/>
          </ac:spMkLst>
        </pc:spChg>
        <pc:spChg chg="mod">
          <ac:chgData name="Srdjan Grujic" userId="0c2951b5-372f-4233-9e81-e5683ad51377" providerId="ADAL" clId="{1AB965AC-A9FA-483E-8A06-B0684E9B0FCE}" dt="2026-07-06T06:20:16.635" v="239" actId="1076"/>
          <ac:spMkLst>
            <pc:docMk/>
            <pc:sldMk cId="4063472540" sldId="2147471725"/>
            <ac:spMk id="83" creationId="{53D0DC93-C8A3-A673-2FCE-FF9DB7BF3FC8}"/>
          </ac:spMkLst>
        </pc:spChg>
      </pc:sldChg>
      <pc:sldChg chg="delSp modSp add mod">
        <pc:chgData name="Srdjan Grujic" userId="0c2951b5-372f-4233-9e81-e5683ad51377" providerId="ADAL" clId="{1AB965AC-A9FA-483E-8A06-B0684E9B0FCE}" dt="2026-07-06T06:29:58.454" v="907" actId="478"/>
        <pc:sldMkLst>
          <pc:docMk/>
          <pc:sldMk cId="596075156" sldId="2147471726"/>
        </pc:sldMkLst>
        <pc:spChg chg="mod">
          <ac:chgData name="Srdjan Grujic" userId="0c2951b5-372f-4233-9e81-e5683ad51377" providerId="ADAL" clId="{1AB965AC-A9FA-483E-8A06-B0684E9B0FCE}" dt="2026-07-06T06:29:45.384" v="879" actId="20577"/>
          <ac:spMkLst>
            <pc:docMk/>
            <pc:sldMk cId="596075156" sldId="2147471726"/>
            <ac:spMk id="2" creationId="{065B32DE-AC09-65D0-C9FD-0BDCD2B10171}"/>
          </ac:spMkLst>
        </pc:spChg>
        <pc:spChg chg="mod">
          <ac:chgData name="Srdjan Grujic" userId="0c2951b5-372f-4233-9e81-e5683ad51377" providerId="ADAL" clId="{1AB965AC-A9FA-483E-8A06-B0684E9B0FCE}" dt="2026-07-06T06:24:25.773" v="577" actId="20577"/>
          <ac:spMkLst>
            <pc:docMk/>
            <pc:sldMk cId="596075156" sldId="2147471726"/>
            <ac:spMk id="3" creationId="{C8CA38AB-B5F5-1B0D-8988-DE3AA4CC7655}"/>
          </ac:spMkLst>
        </pc:spChg>
        <pc:spChg chg="mod">
          <ac:chgData name="Srdjan Grujic" userId="0c2951b5-372f-4233-9e81-e5683ad51377" providerId="ADAL" clId="{1AB965AC-A9FA-483E-8A06-B0684E9B0FCE}" dt="2026-07-06T06:28:10.338" v="598" actId="20577"/>
          <ac:spMkLst>
            <pc:docMk/>
            <pc:sldMk cId="596075156" sldId="2147471726"/>
            <ac:spMk id="4" creationId="{49202335-09CE-3E6E-323D-7864F539779C}"/>
          </ac:spMkLst>
        </pc:spChg>
        <pc:spChg chg="mod">
          <ac:chgData name="Srdjan Grujic" userId="0c2951b5-372f-4233-9e81-e5683ad51377" providerId="ADAL" clId="{1AB965AC-A9FA-483E-8A06-B0684E9B0FCE}" dt="2026-07-06T06:28:38.094" v="708" actId="20577"/>
          <ac:spMkLst>
            <pc:docMk/>
            <pc:sldMk cId="596075156" sldId="2147471726"/>
            <ac:spMk id="5" creationId="{7AA1B773-23D0-837C-344A-80AF2A3E2DFF}"/>
          </ac:spMkLst>
        </pc:spChg>
        <pc:spChg chg="del">
          <ac:chgData name="Srdjan Grujic" userId="0c2951b5-372f-4233-9e81-e5683ad51377" providerId="ADAL" clId="{1AB965AC-A9FA-483E-8A06-B0684E9B0FCE}" dt="2026-07-06T06:29:58.454" v="907" actId="478"/>
          <ac:spMkLst>
            <pc:docMk/>
            <pc:sldMk cId="596075156" sldId="2147471726"/>
            <ac:spMk id="6" creationId="{DB445730-5FAD-C0AB-00B0-DB7C9DD05057}"/>
          </ac:spMkLst>
        </pc:spChg>
        <pc:spChg chg="mod">
          <ac:chgData name="Srdjan Grujic" userId="0c2951b5-372f-4233-9e81-e5683ad51377" providerId="ADAL" clId="{1AB965AC-A9FA-483E-8A06-B0684E9B0FCE}" dt="2026-07-06T06:28:27.774" v="670" actId="20577"/>
          <ac:spMkLst>
            <pc:docMk/>
            <pc:sldMk cId="596075156" sldId="2147471726"/>
            <ac:spMk id="7" creationId="{1196C4EB-01A9-2B54-6500-B497B0FD25E0}"/>
          </ac:spMkLst>
        </pc:spChg>
        <pc:spChg chg="mod">
          <ac:chgData name="Srdjan Grujic" userId="0c2951b5-372f-4233-9e81-e5683ad51377" providerId="ADAL" clId="{1AB965AC-A9FA-483E-8A06-B0684E9B0FCE}" dt="2026-07-06T06:29:54.905" v="906" actId="20577"/>
          <ac:spMkLst>
            <pc:docMk/>
            <pc:sldMk cId="596075156" sldId="2147471726"/>
            <ac:spMk id="9" creationId="{C23D8BF6-1B6B-468A-0AC7-317DA5FC9F63}"/>
          </ac:spMkLst>
        </pc:spChg>
        <pc:spChg chg="mod">
          <ac:chgData name="Srdjan Grujic" userId="0c2951b5-372f-4233-9e81-e5683ad51377" providerId="ADAL" clId="{1AB965AC-A9FA-483E-8A06-B0684E9B0FCE}" dt="2026-07-06T06:29:18.950" v="829" actId="20577"/>
          <ac:spMkLst>
            <pc:docMk/>
            <pc:sldMk cId="596075156" sldId="2147471726"/>
            <ac:spMk id="10" creationId="{191D0E87-619A-8751-2C9B-AE2F5F23BB08}"/>
          </ac:spMkLst>
        </pc:spChg>
        <pc:spChg chg="del">
          <ac:chgData name="Srdjan Grujic" userId="0c2951b5-372f-4233-9e81-e5683ad51377" providerId="ADAL" clId="{1AB965AC-A9FA-483E-8A06-B0684E9B0FCE}" dt="2026-07-06T06:29:58.454" v="907" actId="478"/>
          <ac:spMkLst>
            <pc:docMk/>
            <pc:sldMk cId="596075156" sldId="2147471726"/>
            <ac:spMk id="11" creationId="{8D2BFAF8-EBEF-B4C3-EA1B-D290AFE784B4}"/>
          </ac:spMkLst>
        </pc:spChg>
        <pc:spChg chg="mod">
          <ac:chgData name="Srdjan Grujic" userId="0c2951b5-372f-4233-9e81-e5683ad51377" providerId="ADAL" clId="{1AB965AC-A9FA-483E-8A06-B0684E9B0FCE}" dt="2026-07-06T06:29:43.362" v="877" actId="20577"/>
          <ac:spMkLst>
            <pc:docMk/>
            <pc:sldMk cId="596075156" sldId="2147471726"/>
            <ac:spMk id="23" creationId="{A8B63C45-87BC-82AD-6FB0-7E901FCC2B32}"/>
          </ac:spMkLst>
        </pc:spChg>
      </pc:sldChg>
      <pc:sldChg chg="delSp modSp add mod">
        <pc:chgData name="Srdjan Grujic" userId="0c2951b5-372f-4233-9e81-e5683ad51377" providerId="ADAL" clId="{1AB965AC-A9FA-483E-8A06-B0684E9B0FCE}" dt="2026-07-06T06:33:02.297" v="1334" actId="20577"/>
        <pc:sldMkLst>
          <pc:docMk/>
          <pc:sldMk cId="3173085099" sldId="2147471727"/>
        </pc:sldMkLst>
        <pc:spChg chg="mod">
          <ac:chgData name="Srdjan Grujic" userId="0c2951b5-372f-4233-9e81-e5683ad51377" providerId="ADAL" clId="{1AB965AC-A9FA-483E-8A06-B0684E9B0FCE}" dt="2026-07-06T06:32:26.684" v="1243" actId="1076"/>
          <ac:spMkLst>
            <pc:docMk/>
            <pc:sldMk cId="3173085099" sldId="2147471727"/>
            <ac:spMk id="2" creationId="{2C3DFCC4-F23D-1915-3D33-BB111E0F9532}"/>
          </ac:spMkLst>
        </pc:spChg>
        <pc:spChg chg="mod">
          <ac:chgData name="Srdjan Grujic" userId="0c2951b5-372f-4233-9e81-e5683ad51377" providerId="ADAL" clId="{1AB965AC-A9FA-483E-8A06-B0684E9B0FCE}" dt="2026-07-06T06:30:25.846" v="932" actId="20577"/>
          <ac:spMkLst>
            <pc:docMk/>
            <pc:sldMk cId="3173085099" sldId="2147471727"/>
            <ac:spMk id="3" creationId="{CBDBEB8E-D574-CA82-3BD3-4A446167C053}"/>
          </ac:spMkLst>
        </pc:spChg>
        <pc:spChg chg="mod">
          <ac:chgData name="Srdjan Grujic" userId="0c2951b5-372f-4233-9e81-e5683ad51377" providerId="ADAL" clId="{1AB965AC-A9FA-483E-8A06-B0684E9B0FCE}" dt="2026-07-06T06:30:29.324" v="941" actId="20577"/>
          <ac:spMkLst>
            <pc:docMk/>
            <pc:sldMk cId="3173085099" sldId="2147471727"/>
            <ac:spMk id="4" creationId="{9A2EAC20-47C0-5C22-30E9-5416245573D8}"/>
          </ac:spMkLst>
        </pc:spChg>
        <pc:spChg chg="mod">
          <ac:chgData name="Srdjan Grujic" userId="0c2951b5-372f-4233-9e81-e5683ad51377" providerId="ADAL" clId="{1AB965AC-A9FA-483E-8A06-B0684E9B0FCE}" dt="2026-07-06T06:32:26.684" v="1243" actId="1076"/>
          <ac:spMkLst>
            <pc:docMk/>
            <pc:sldMk cId="3173085099" sldId="2147471727"/>
            <ac:spMk id="5" creationId="{94E51FC7-B707-1910-6014-570F066E6F38}"/>
          </ac:spMkLst>
        </pc:spChg>
        <pc:spChg chg="mod">
          <ac:chgData name="Srdjan Grujic" userId="0c2951b5-372f-4233-9e81-e5683ad51377" providerId="ADAL" clId="{1AB965AC-A9FA-483E-8A06-B0684E9B0FCE}" dt="2026-07-06T06:33:02.297" v="1334" actId="20577"/>
          <ac:spMkLst>
            <pc:docMk/>
            <pc:sldMk cId="3173085099" sldId="2147471727"/>
            <ac:spMk id="7" creationId="{E6A7C1D1-15D0-DBBE-ED55-21522F10C6F1}"/>
          </ac:spMkLst>
        </pc:spChg>
        <pc:spChg chg="mod">
          <ac:chgData name="Srdjan Grujic" userId="0c2951b5-372f-4233-9e81-e5683ad51377" providerId="ADAL" clId="{1AB965AC-A9FA-483E-8A06-B0684E9B0FCE}" dt="2026-07-06T06:32:26.684" v="1243" actId="1076"/>
          <ac:spMkLst>
            <pc:docMk/>
            <pc:sldMk cId="3173085099" sldId="2147471727"/>
            <ac:spMk id="10" creationId="{B9E42595-0330-9B67-2C7E-300124235649}"/>
          </ac:spMkLst>
        </pc:spChg>
        <pc:spChg chg="mod">
          <ac:chgData name="Srdjan Grujic" userId="0c2951b5-372f-4233-9e81-e5683ad51377" providerId="ADAL" clId="{1AB965AC-A9FA-483E-8A06-B0684E9B0FCE}" dt="2026-07-06T06:32:26.684" v="1243" actId="1076"/>
          <ac:spMkLst>
            <pc:docMk/>
            <pc:sldMk cId="3173085099" sldId="2147471727"/>
            <ac:spMk id="15" creationId="{0AE2AC5F-8AC7-4602-7971-FDCCBC7192E2}"/>
          </ac:spMkLst>
        </pc:spChg>
        <pc:spChg chg="mod">
          <ac:chgData name="Srdjan Grujic" userId="0c2951b5-372f-4233-9e81-e5683ad51377" providerId="ADAL" clId="{1AB965AC-A9FA-483E-8A06-B0684E9B0FCE}" dt="2026-07-06T06:32:26.684" v="1243" actId="1076"/>
          <ac:spMkLst>
            <pc:docMk/>
            <pc:sldMk cId="3173085099" sldId="2147471727"/>
            <ac:spMk id="16" creationId="{AD81817B-1F5E-AF51-6AB7-29C66CC126CE}"/>
          </ac:spMkLst>
        </pc:spChg>
        <pc:spChg chg="mod">
          <ac:chgData name="Srdjan Grujic" userId="0c2951b5-372f-4233-9e81-e5683ad51377" providerId="ADAL" clId="{1AB965AC-A9FA-483E-8A06-B0684E9B0FCE}" dt="2026-07-06T06:32:26.684" v="1243" actId="1076"/>
          <ac:spMkLst>
            <pc:docMk/>
            <pc:sldMk cId="3173085099" sldId="2147471727"/>
            <ac:spMk id="17" creationId="{452CC3F1-3CE8-C5B4-51D3-CE8921229EE3}"/>
          </ac:spMkLst>
        </pc:spChg>
        <pc:spChg chg="del">
          <ac:chgData name="Srdjan Grujic" userId="0c2951b5-372f-4233-9e81-e5683ad51377" providerId="ADAL" clId="{1AB965AC-A9FA-483E-8A06-B0684E9B0FCE}" dt="2026-07-06T06:32:21.714" v="1242" actId="478"/>
          <ac:spMkLst>
            <pc:docMk/>
            <pc:sldMk cId="3173085099" sldId="2147471727"/>
            <ac:spMk id="18" creationId="{A1F4FCA5-B22F-2873-0D8E-F6810DD689B3}"/>
          </ac:spMkLst>
        </pc:spChg>
        <pc:spChg chg="del">
          <ac:chgData name="Srdjan Grujic" userId="0c2951b5-372f-4233-9e81-e5683ad51377" providerId="ADAL" clId="{1AB965AC-A9FA-483E-8A06-B0684E9B0FCE}" dt="2026-07-06T06:32:21.714" v="1242" actId="478"/>
          <ac:spMkLst>
            <pc:docMk/>
            <pc:sldMk cId="3173085099" sldId="2147471727"/>
            <ac:spMk id="23" creationId="{22515F6D-EB9F-FE75-634C-E67D014D1644}"/>
          </ac:spMkLst>
        </pc:spChg>
        <pc:spChg chg="del">
          <ac:chgData name="Srdjan Grujic" userId="0c2951b5-372f-4233-9e81-e5683ad51377" providerId="ADAL" clId="{1AB965AC-A9FA-483E-8A06-B0684E9B0FCE}" dt="2026-07-06T06:32:21.714" v="1242" actId="478"/>
          <ac:spMkLst>
            <pc:docMk/>
            <pc:sldMk cId="3173085099" sldId="2147471727"/>
            <ac:spMk id="77" creationId="{BBC68012-53E1-13F7-5D5A-480CD70E67BF}"/>
          </ac:spMkLst>
        </pc:spChg>
        <pc:spChg chg="mod">
          <ac:chgData name="Srdjan Grujic" userId="0c2951b5-372f-4233-9e81-e5683ad51377" providerId="ADAL" clId="{1AB965AC-A9FA-483E-8A06-B0684E9B0FCE}" dt="2026-07-06T06:32:26.684" v="1243" actId="1076"/>
          <ac:spMkLst>
            <pc:docMk/>
            <pc:sldMk cId="3173085099" sldId="2147471727"/>
            <ac:spMk id="79" creationId="{FDC20FC6-B1DA-CA82-DF9D-69A650E15B06}"/>
          </ac:spMkLst>
        </pc:spChg>
        <pc:spChg chg="mod">
          <ac:chgData name="Srdjan Grujic" userId="0c2951b5-372f-4233-9e81-e5683ad51377" providerId="ADAL" clId="{1AB965AC-A9FA-483E-8A06-B0684E9B0FCE}" dt="2026-07-06T06:32:26.684" v="1243" actId="1076"/>
          <ac:spMkLst>
            <pc:docMk/>
            <pc:sldMk cId="3173085099" sldId="2147471727"/>
            <ac:spMk id="81" creationId="{E6085EAB-3EBE-1FAA-AEBA-C7A227C8DA25}"/>
          </ac:spMkLst>
        </pc:spChg>
        <pc:spChg chg="mod">
          <ac:chgData name="Srdjan Grujic" userId="0c2951b5-372f-4233-9e81-e5683ad51377" providerId="ADAL" clId="{1AB965AC-A9FA-483E-8A06-B0684E9B0FCE}" dt="2026-07-06T06:32:26.684" v="1243" actId="1076"/>
          <ac:spMkLst>
            <pc:docMk/>
            <pc:sldMk cId="3173085099" sldId="2147471727"/>
            <ac:spMk id="83" creationId="{C8C649ED-8B84-7C24-78E1-D235F69322D7}"/>
          </ac:spMkLst>
        </pc:spChg>
      </pc:sldChg>
      <pc:sldChg chg="addSp delSp modSp add mod">
        <pc:chgData name="Srdjan Grujic" userId="0c2951b5-372f-4233-9e81-e5683ad51377" providerId="ADAL" clId="{1AB965AC-A9FA-483E-8A06-B0684E9B0FCE}" dt="2026-07-06T06:41:39.134" v="1682" actId="20577"/>
        <pc:sldMkLst>
          <pc:docMk/>
          <pc:sldMk cId="4265248248" sldId="2147471728"/>
        </pc:sldMkLst>
        <pc:spChg chg="add mod">
          <ac:chgData name="Srdjan Grujic" userId="0c2951b5-372f-4233-9e81-e5683ad51377" providerId="ADAL" clId="{1AB965AC-A9FA-483E-8A06-B0684E9B0FCE}" dt="2026-07-06T06:35:09.445" v="1536" actId="1076"/>
          <ac:spMkLst>
            <pc:docMk/>
            <pc:sldMk cId="4265248248" sldId="2147471728"/>
            <ac:spMk id="2" creationId="{E93BDBF3-4E28-518A-4C82-DC74A55EEEAD}"/>
          </ac:spMkLst>
        </pc:spChg>
        <pc:spChg chg="mod">
          <ac:chgData name="Srdjan Grujic" userId="0c2951b5-372f-4233-9e81-e5683ad51377" providerId="ADAL" clId="{1AB965AC-A9FA-483E-8A06-B0684E9B0FCE}" dt="2026-07-06T06:33:39.845" v="1342" actId="20577"/>
          <ac:spMkLst>
            <pc:docMk/>
            <pc:sldMk cId="4265248248" sldId="2147471728"/>
            <ac:spMk id="3" creationId="{FBC4BFC0-E207-4506-3969-44BB4280934A}"/>
          </ac:spMkLst>
        </pc:spChg>
        <pc:spChg chg="mod">
          <ac:chgData name="Srdjan Grujic" userId="0c2951b5-372f-4233-9e81-e5683ad51377" providerId="ADAL" clId="{1AB965AC-A9FA-483E-8A06-B0684E9B0FCE}" dt="2026-07-06T06:34:02.388" v="1425" actId="20577"/>
          <ac:spMkLst>
            <pc:docMk/>
            <pc:sldMk cId="4265248248" sldId="2147471728"/>
            <ac:spMk id="4" creationId="{8A4888D2-21D7-6068-0C45-B98B1B68F699}"/>
          </ac:spMkLst>
        </pc:spChg>
        <pc:spChg chg="mod">
          <ac:chgData name="Srdjan Grujic" userId="0c2951b5-372f-4233-9e81-e5683ad51377" providerId="ADAL" clId="{1AB965AC-A9FA-483E-8A06-B0684E9B0FCE}" dt="2026-07-06T06:34:15.366" v="1464" actId="20577"/>
          <ac:spMkLst>
            <pc:docMk/>
            <pc:sldMk cId="4265248248" sldId="2147471728"/>
            <ac:spMk id="5" creationId="{2EA48651-EAAE-D591-FFAE-9732BA0DB10A}"/>
          </ac:spMkLst>
        </pc:spChg>
        <pc:spChg chg="add mod">
          <ac:chgData name="Srdjan Grujic" userId="0c2951b5-372f-4233-9e81-e5683ad51377" providerId="ADAL" clId="{1AB965AC-A9FA-483E-8A06-B0684E9B0FCE}" dt="2026-07-06T06:35:09.445" v="1536" actId="1076"/>
          <ac:spMkLst>
            <pc:docMk/>
            <pc:sldMk cId="4265248248" sldId="2147471728"/>
            <ac:spMk id="6" creationId="{3F348C67-6D25-083E-B0FD-7DB4B9E8AB05}"/>
          </ac:spMkLst>
        </pc:spChg>
        <pc:spChg chg="add del">
          <ac:chgData name="Srdjan Grujic" userId="0c2951b5-372f-4233-9e81-e5683ad51377" providerId="ADAL" clId="{1AB965AC-A9FA-483E-8A06-B0684E9B0FCE}" dt="2026-07-06T06:34:32.873" v="1469" actId="478"/>
          <ac:spMkLst>
            <pc:docMk/>
            <pc:sldMk cId="4265248248" sldId="2147471728"/>
            <ac:spMk id="7" creationId="{CF42A40F-2D51-4EA4-14B1-833690E17DC2}"/>
          </ac:spMkLst>
        </pc:spChg>
        <pc:spChg chg="add mod">
          <ac:chgData name="Srdjan Grujic" userId="0c2951b5-372f-4233-9e81-e5683ad51377" providerId="ADAL" clId="{1AB965AC-A9FA-483E-8A06-B0684E9B0FCE}" dt="2026-07-06T06:41:21.514" v="1645" actId="20577"/>
          <ac:spMkLst>
            <pc:docMk/>
            <pc:sldMk cId="4265248248" sldId="2147471728"/>
            <ac:spMk id="8" creationId="{4661D0C2-587A-6225-336B-58C87E8CFA8F}"/>
          </ac:spMkLst>
        </pc:spChg>
        <pc:spChg chg="add mod">
          <ac:chgData name="Srdjan Grujic" userId="0c2951b5-372f-4233-9e81-e5683ad51377" providerId="ADAL" clId="{1AB965AC-A9FA-483E-8A06-B0684E9B0FCE}" dt="2026-07-06T06:41:28.120" v="1671" actId="20577"/>
          <ac:spMkLst>
            <pc:docMk/>
            <pc:sldMk cId="4265248248" sldId="2147471728"/>
            <ac:spMk id="9" creationId="{7B165380-CB28-6233-48D6-DCACF2D1DD75}"/>
          </ac:spMkLst>
        </pc:spChg>
        <pc:spChg chg="add del">
          <ac:chgData name="Srdjan Grujic" userId="0c2951b5-372f-4233-9e81-e5683ad51377" providerId="ADAL" clId="{1AB965AC-A9FA-483E-8A06-B0684E9B0FCE}" dt="2026-07-06T06:34:32.873" v="1469" actId="478"/>
          <ac:spMkLst>
            <pc:docMk/>
            <pc:sldMk cId="4265248248" sldId="2147471728"/>
            <ac:spMk id="10" creationId="{4F733BEC-6E30-974B-8FC2-D560E1814629}"/>
          </ac:spMkLst>
        </pc:spChg>
        <pc:spChg chg="add del">
          <ac:chgData name="Srdjan Grujic" userId="0c2951b5-372f-4233-9e81-e5683ad51377" providerId="ADAL" clId="{1AB965AC-A9FA-483E-8A06-B0684E9B0FCE}" dt="2026-07-06T06:34:32.873" v="1469" actId="478"/>
          <ac:spMkLst>
            <pc:docMk/>
            <pc:sldMk cId="4265248248" sldId="2147471728"/>
            <ac:spMk id="11" creationId="{9E2F3100-10B7-70FD-A341-A3BB31394BA2}"/>
          </ac:spMkLst>
        </pc:spChg>
        <pc:spChg chg="add del mod">
          <ac:chgData name="Srdjan Grujic" userId="0c2951b5-372f-4233-9e81-e5683ad51377" providerId="ADAL" clId="{1AB965AC-A9FA-483E-8A06-B0684E9B0FCE}" dt="2026-07-06T06:39:31.284" v="1537" actId="1076"/>
          <ac:spMkLst>
            <pc:docMk/>
            <pc:sldMk cId="4265248248" sldId="2147471728"/>
            <ac:spMk id="12" creationId="{AC9FD249-16DF-CEC9-8D16-1153583B3DF5}"/>
          </ac:spMkLst>
        </pc:spChg>
        <pc:spChg chg="add del mod">
          <ac:chgData name="Srdjan Grujic" userId="0c2951b5-372f-4233-9e81-e5683ad51377" providerId="ADAL" clId="{1AB965AC-A9FA-483E-8A06-B0684E9B0FCE}" dt="2026-07-06T06:41:10.965" v="1632" actId="1076"/>
          <ac:spMkLst>
            <pc:docMk/>
            <pc:sldMk cId="4265248248" sldId="2147471728"/>
            <ac:spMk id="13" creationId="{24506F0F-C022-270C-8E54-D43213E85325}"/>
          </ac:spMkLst>
        </pc:spChg>
        <pc:spChg chg="add del mod">
          <ac:chgData name="Srdjan Grujic" userId="0c2951b5-372f-4233-9e81-e5683ad51377" providerId="ADAL" clId="{1AB965AC-A9FA-483E-8A06-B0684E9B0FCE}" dt="2026-07-06T06:40:54.127" v="1602" actId="20577"/>
          <ac:spMkLst>
            <pc:docMk/>
            <pc:sldMk cId="4265248248" sldId="2147471728"/>
            <ac:spMk id="14" creationId="{D748FEB7-DA2C-854E-5B78-2E142758E466}"/>
          </ac:spMkLst>
        </pc:spChg>
        <pc:spChg chg="add del mod">
          <ac:chgData name="Srdjan Grujic" userId="0c2951b5-372f-4233-9e81-e5683ad51377" providerId="ADAL" clId="{1AB965AC-A9FA-483E-8A06-B0684E9B0FCE}" dt="2026-07-06T06:41:00.235" v="1621" actId="20577"/>
          <ac:spMkLst>
            <pc:docMk/>
            <pc:sldMk cId="4265248248" sldId="2147471728"/>
            <ac:spMk id="15" creationId="{86C321E2-3823-8907-1AFB-2830E9046564}"/>
          </ac:spMkLst>
        </pc:spChg>
        <pc:spChg chg="add mod">
          <ac:chgData name="Srdjan Grujic" userId="0c2951b5-372f-4233-9e81-e5683ad51377" providerId="ADAL" clId="{1AB965AC-A9FA-483E-8A06-B0684E9B0FCE}" dt="2026-07-06T06:41:39.134" v="1682" actId="20577"/>
          <ac:spMkLst>
            <pc:docMk/>
            <pc:sldMk cId="4265248248" sldId="2147471728"/>
            <ac:spMk id="16" creationId="{F4388A22-E909-4379-8704-7CD001B55484}"/>
          </ac:spMkLst>
        </pc:spChg>
        <pc:spChg chg="add del mod">
          <ac:chgData name="Srdjan Grujic" userId="0c2951b5-372f-4233-9e81-e5683ad51377" providerId="ADAL" clId="{1AB965AC-A9FA-483E-8A06-B0684E9B0FCE}" dt="2026-07-06T06:41:04.285" v="1630" actId="20577"/>
          <ac:spMkLst>
            <pc:docMk/>
            <pc:sldMk cId="4265248248" sldId="2147471728"/>
            <ac:spMk id="17" creationId="{0F4FE22F-511D-F964-CB3D-58EF6BB54FC6}"/>
          </ac:spMkLst>
        </pc:spChg>
      </pc:sldChg>
      <pc:sldChg chg="addSp delSp modSp add mod modNotesTx">
        <pc:chgData name="Srdjan Grujic" userId="0c2951b5-372f-4233-9e81-e5683ad51377" providerId="ADAL" clId="{1AB965AC-A9FA-483E-8A06-B0684E9B0FCE}" dt="2026-07-06T06:46:58.799" v="2336" actId="14100"/>
        <pc:sldMkLst>
          <pc:docMk/>
          <pc:sldMk cId="2677841362" sldId="2147471729"/>
        </pc:sldMkLst>
        <pc:spChg chg="mod">
          <ac:chgData name="Srdjan Grujic" userId="0c2951b5-372f-4233-9e81-e5683ad51377" providerId="ADAL" clId="{1AB965AC-A9FA-483E-8A06-B0684E9B0FCE}" dt="2026-07-06T06:45:23.185" v="2107" actId="1076"/>
          <ac:spMkLst>
            <pc:docMk/>
            <pc:sldMk cId="2677841362" sldId="2147471729"/>
            <ac:spMk id="2" creationId="{E671075A-E6D9-69F5-D613-45EBFFD3990C}"/>
          </ac:spMkLst>
        </pc:spChg>
        <pc:spChg chg="mod">
          <ac:chgData name="Srdjan Grujic" userId="0c2951b5-372f-4233-9e81-e5683ad51377" providerId="ADAL" clId="{1AB965AC-A9FA-483E-8A06-B0684E9B0FCE}" dt="2026-07-06T06:42:01.769" v="1731" actId="20577"/>
          <ac:spMkLst>
            <pc:docMk/>
            <pc:sldMk cId="2677841362" sldId="2147471729"/>
            <ac:spMk id="3" creationId="{9A56352C-1936-1239-50EF-61ED9730B2E1}"/>
          </ac:spMkLst>
        </pc:spChg>
        <pc:spChg chg="mod">
          <ac:chgData name="Srdjan Grujic" userId="0c2951b5-372f-4233-9e81-e5683ad51377" providerId="ADAL" clId="{1AB965AC-A9FA-483E-8A06-B0684E9B0FCE}" dt="2026-07-06T06:44:37.407" v="2091"/>
          <ac:spMkLst>
            <pc:docMk/>
            <pc:sldMk cId="2677841362" sldId="2147471729"/>
            <ac:spMk id="4" creationId="{F13C700E-E0B0-E515-B11B-D3A724409CC9}"/>
          </ac:spMkLst>
        </pc:spChg>
        <pc:spChg chg="mod">
          <ac:chgData name="Srdjan Grujic" userId="0c2951b5-372f-4233-9e81-e5683ad51377" providerId="ADAL" clId="{1AB965AC-A9FA-483E-8A06-B0684E9B0FCE}" dt="2026-07-06T06:44:24.225" v="2076" actId="20577"/>
          <ac:spMkLst>
            <pc:docMk/>
            <pc:sldMk cId="2677841362" sldId="2147471729"/>
            <ac:spMk id="5" creationId="{FD3E088D-D3AC-BB62-9452-7843B1DF0FD8}"/>
          </ac:spMkLst>
        </pc:spChg>
        <pc:spChg chg="mod">
          <ac:chgData name="Srdjan Grujic" userId="0c2951b5-372f-4233-9e81-e5683ad51377" providerId="ADAL" clId="{1AB965AC-A9FA-483E-8A06-B0684E9B0FCE}" dt="2026-07-06T06:45:23.185" v="2107" actId="1076"/>
          <ac:spMkLst>
            <pc:docMk/>
            <pc:sldMk cId="2677841362" sldId="2147471729"/>
            <ac:spMk id="6" creationId="{53BDE771-5600-52BF-5F18-C286233BC781}"/>
          </ac:spMkLst>
        </pc:spChg>
        <pc:spChg chg="del mod">
          <ac:chgData name="Srdjan Grujic" userId="0c2951b5-372f-4233-9e81-e5683ad51377" providerId="ADAL" clId="{1AB965AC-A9FA-483E-8A06-B0684E9B0FCE}" dt="2026-07-06T06:43:41.809" v="1949" actId="478"/>
          <ac:spMkLst>
            <pc:docMk/>
            <pc:sldMk cId="2677841362" sldId="2147471729"/>
            <ac:spMk id="8" creationId="{A8AF83CF-47D6-DC38-FDA9-68F463B1A51B}"/>
          </ac:spMkLst>
        </pc:spChg>
        <pc:spChg chg="del mod">
          <ac:chgData name="Srdjan Grujic" userId="0c2951b5-372f-4233-9e81-e5683ad51377" providerId="ADAL" clId="{1AB965AC-A9FA-483E-8A06-B0684E9B0FCE}" dt="2026-07-06T06:43:41.809" v="1949" actId="478"/>
          <ac:spMkLst>
            <pc:docMk/>
            <pc:sldMk cId="2677841362" sldId="2147471729"/>
            <ac:spMk id="9" creationId="{E35E4868-1DD4-6ABA-2ACF-44422B991842}"/>
          </ac:spMkLst>
        </pc:spChg>
        <pc:spChg chg="add del mod">
          <ac:chgData name="Srdjan Grujic" userId="0c2951b5-372f-4233-9e81-e5683ad51377" providerId="ADAL" clId="{1AB965AC-A9FA-483E-8A06-B0684E9B0FCE}" dt="2026-07-06T06:45:03.675" v="2103"/>
          <ac:spMkLst>
            <pc:docMk/>
            <pc:sldMk cId="2677841362" sldId="2147471729"/>
            <ac:spMk id="10" creationId="{3501004E-706B-9A36-9CD4-B2DB4C52A8D5}"/>
          </ac:spMkLst>
        </pc:spChg>
        <pc:spChg chg="add del mod">
          <ac:chgData name="Srdjan Grujic" userId="0c2951b5-372f-4233-9e81-e5683ad51377" providerId="ADAL" clId="{1AB965AC-A9FA-483E-8A06-B0684E9B0FCE}" dt="2026-07-06T06:45:33.939" v="2112"/>
          <ac:spMkLst>
            <pc:docMk/>
            <pc:sldMk cId="2677841362" sldId="2147471729"/>
            <ac:spMk id="11" creationId="{66839E62-1FD3-05FD-C5E6-2B9591E51C4D}"/>
          </ac:spMkLst>
        </pc:spChg>
        <pc:spChg chg="del">
          <ac:chgData name="Srdjan Grujic" userId="0c2951b5-372f-4233-9e81-e5683ad51377" providerId="ADAL" clId="{1AB965AC-A9FA-483E-8A06-B0684E9B0FCE}" dt="2026-07-06T06:43:31.602" v="1947" actId="478"/>
          <ac:spMkLst>
            <pc:docMk/>
            <pc:sldMk cId="2677841362" sldId="2147471729"/>
            <ac:spMk id="12" creationId="{B0BFAAD1-5624-AAFA-B84A-C12F4592EA6F}"/>
          </ac:spMkLst>
        </pc:spChg>
        <pc:spChg chg="del mod">
          <ac:chgData name="Srdjan Grujic" userId="0c2951b5-372f-4233-9e81-e5683ad51377" providerId="ADAL" clId="{1AB965AC-A9FA-483E-8A06-B0684E9B0FCE}" dt="2026-07-06T06:43:30.615" v="1946" actId="478"/>
          <ac:spMkLst>
            <pc:docMk/>
            <pc:sldMk cId="2677841362" sldId="2147471729"/>
            <ac:spMk id="13" creationId="{1DF2B716-6D8B-D4FE-13F0-6A2FEE7A4C45}"/>
          </ac:spMkLst>
        </pc:spChg>
        <pc:spChg chg="mod">
          <ac:chgData name="Srdjan Grujic" userId="0c2951b5-372f-4233-9e81-e5683ad51377" providerId="ADAL" clId="{1AB965AC-A9FA-483E-8A06-B0684E9B0FCE}" dt="2026-07-06T06:45:23.185" v="2107" actId="1076"/>
          <ac:spMkLst>
            <pc:docMk/>
            <pc:sldMk cId="2677841362" sldId="2147471729"/>
            <ac:spMk id="14" creationId="{CF2CEC47-3C45-BFBD-811E-22677184F2E8}"/>
          </ac:spMkLst>
        </pc:spChg>
        <pc:spChg chg="mod">
          <ac:chgData name="Srdjan Grujic" userId="0c2951b5-372f-4233-9e81-e5683ad51377" providerId="ADAL" clId="{1AB965AC-A9FA-483E-8A06-B0684E9B0FCE}" dt="2026-07-06T06:45:23.185" v="2107" actId="1076"/>
          <ac:spMkLst>
            <pc:docMk/>
            <pc:sldMk cId="2677841362" sldId="2147471729"/>
            <ac:spMk id="15" creationId="{F005AC75-0042-3D41-683D-8C975EF6D212}"/>
          </ac:spMkLst>
        </pc:spChg>
        <pc:spChg chg="del mod">
          <ac:chgData name="Srdjan Grujic" userId="0c2951b5-372f-4233-9e81-e5683ad51377" providerId="ADAL" clId="{1AB965AC-A9FA-483E-8A06-B0684E9B0FCE}" dt="2026-07-06T06:43:41.809" v="1949" actId="478"/>
          <ac:spMkLst>
            <pc:docMk/>
            <pc:sldMk cId="2677841362" sldId="2147471729"/>
            <ac:spMk id="16" creationId="{E2735B75-72EF-5C8C-6C81-FB93288B4646}"/>
          </ac:spMkLst>
        </pc:spChg>
        <pc:spChg chg="del mod">
          <ac:chgData name="Srdjan Grujic" userId="0c2951b5-372f-4233-9e81-e5683ad51377" providerId="ADAL" clId="{1AB965AC-A9FA-483E-8A06-B0684E9B0FCE}" dt="2026-07-06T06:44:08.986" v="2029" actId="478"/>
          <ac:spMkLst>
            <pc:docMk/>
            <pc:sldMk cId="2677841362" sldId="2147471729"/>
            <ac:spMk id="17" creationId="{FB293F63-FDB5-D803-3BC6-B94F978D385A}"/>
          </ac:spMkLst>
        </pc:spChg>
        <pc:spChg chg="add mod">
          <ac:chgData name="Srdjan Grujic" userId="0c2951b5-372f-4233-9e81-e5683ad51377" providerId="ADAL" clId="{1AB965AC-A9FA-483E-8A06-B0684E9B0FCE}" dt="2026-07-06T06:46:43.598" v="2330" actId="21"/>
          <ac:spMkLst>
            <pc:docMk/>
            <pc:sldMk cId="2677841362" sldId="2147471729"/>
            <ac:spMk id="18" creationId="{F1BFBD09-977C-FC93-51B5-C77611F0BB18}"/>
          </ac:spMkLst>
        </pc:spChg>
        <pc:spChg chg="add mod">
          <ac:chgData name="Srdjan Grujic" userId="0c2951b5-372f-4233-9e81-e5683ad51377" providerId="ADAL" clId="{1AB965AC-A9FA-483E-8A06-B0684E9B0FCE}" dt="2026-07-06T06:46:58.799" v="2336" actId="14100"/>
          <ac:spMkLst>
            <pc:docMk/>
            <pc:sldMk cId="2677841362" sldId="2147471729"/>
            <ac:spMk id="20" creationId="{13B05B25-4C0D-C81B-FCC8-48A4BE59C2BF}"/>
          </ac:spMkLst>
        </pc:spChg>
      </pc:sldChg>
      <pc:sldChg chg="modSp add mod">
        <pc:chgData name="Srdjan Grujic" userId="0c2951b5-372f-4233-9e81-e5683ad51377" providerId="ADAL" clId="{1AB965AC-A9FA-483E-8A06-B0684E9B0FCE}" dt="2026-07-06T06:47:37.217" v="2370" actId="20577"/>
        <pc:sldMkLst>
          <pc:docMk/>
          <pc:sldMk cId="1152380658" sldId="2147471730"/>
        </pc:sldMkLst>
        <pc:spChg chg="mod">
          <ac:chgData name="Srdjan Grujic" userId="0c2951b5-372f-4233-9e81-e5683ad51377" providerId="ADAL" clId="{1AB965AC-A9FA-483E-8A06-B0684E9B0FCE}" dt="2026-07-06T06:47:34.647" v="2366" actId="20577"/>
          <ac:spMkLst>
            <pc:docMk/>
            <pc:sldMk cId="1152380658" sldId="2147471730"/>
            <ac:spMk id="3" creationId="{574C863A-6742-4CAC-0732-14EA1E735315}"/>
          </ac:spMkLst>
        </pc:spChg>
        <pc:spChg chg="mod">
          <ac:chgData name="Srdjan Grujic" userId="0c2951b5-372f-4233-9e81-e5683ad51377" providerId="ADAL" clId="{1AB965AC-A9FA-483E-8A06-B0684E9B0FCE}" dt="2026-07-06T06:47:37.217" v="2370" actId="20577"/>
          <ac:spMkLst>
            <pc:docMk/>
            <pc:sldMk cId="1152380658" sldId="2147471730"/>
            <ac:spMk id="4" creationId="{905486B4-6883-04EE-2EC8-800F48FBF126}"/>
          </ac:spMkLst>
        </pc:spChg>
      </pc:sldChg>
      <pc:sldChg chg="addSp delSp modSp add del mod">
        <pc:chgData name="Srdjan Grujic" userId="0c2951b5-372f-4233-9e81-e5683ad51377" providerId="ADAL" clId="{1AB965AC-A9FA-483E-8A06-B0684E9B0FCE}" dt="2026-07-06T09:54:04.341" v="2723" actId="1076"/>
        <pc:sldMkLst>
          <pc:docMk/>
          <pc:sldMk cId="3510777362" sldId="2147471731"/>
        </pc:sldMkLst>
        <pc:spChg chg="mod">
          <ac:chgData name="Srdjan Grujic" userId="0c2951b5-372f-4233-9e81-e5683ad51377" providerId="ADAL" clId="{1AB965AC-A9FA-483E-8A06-B0684E9B0FCE}" dt="2026-07-06T09:53:18.890" v="2616" actId="20577"/>
          <ac:spMkLst>
            <pc:docMk/>
            <pc:sldMk cId="3510777362" sldId="2147471731"/>
            <ac:spMk id="2" creationId="{F3B02949-9CCB-C2E5-C034-562D99F3AA98}"/>
          </ac:spMkLst>
        </pc:spChg>
        <pc:spChg chg="mod">
          <ac:chgData name="Srdjan Grujic" userId="0c2951b5-372f-4233-9e81-e5683ad51377" providerId="ADAL" clId="{1AB965AC-A9FA-483E-8A06-B0684E9B0FCE}" dt="2026-07-06T06:47:47.709" v="2402" actId="20577"/>
          <ac:spMkLst>
            <pc:docMk/>
            <pc:sldMk cId="3510777362" sldId="2147471731"/>
            <ac:spMk id="3" creationId="{69852699-EBE4-EAC7-D4DA-5E4CDA5EFA97}"/>
          </ac:spMkLst>
        </pc:spChg>
        <pc:spChg chg="mod">
          <ac:chgData name="Srdjan Grujic" userId="0c2951b5-372f-4233-9e81-e5683ad51377" providerId="ADAL" clId="{1AB965AC-A9FA-483E-8A06-B0684E9B0FCE}" dt="2026-07-06T06:47:51.537" v="2411" actId="20577"/>
          <ac:spMkLst>
            <pc:docMk/>
            <pc:sldMk cId="3510777362" sldId="2147471731"/>
            <ac:spMk id="4" creationId="{22708885-0DF2-1B8E-BFC5-F094F47EC36F}"/>
          </ac:spMkLst>
        </pc:spChg>
        <pc:spChg chg="mod">
          <ac:chgData name="Srdjan Grujic" userId="0c2951b5-372f-4233-9e81-e5683ad51377" providerId="ADAL" clId="{1AB965AC-A9FA-483E-8A06-B0684E9B0FCE}" dt="2026-07-06T06:50:07.450" v="2557" actId="20577"/>
          <ac:spMkLst>
            <pc:docMk/>
            <pc:sldMk cId="3510777362" sldId="2147471731"/>
            <ac:spMk id="5" creationId="{C7601C8C-2C94-8FC7-E3F6-E1749C7D6730}"/>
          </ac:spMkLst>
        </pc:spChg>
        <pc:spChg chg="mod">
          <ac:chgData name="Srdjan Grujic" userId="0c2951b5-372f-4233-9e81-e5683ad51377" providerId="ADAL" clId="{1AB965AC-A9FA-483E-8A06-B0684E9B0FCE}" dt="2026-07-06T06:48:26.441" v="2505" actId="1076"/>
          <ac:spMkLst>
            <pc:docMk/>
            <pc:sldMk cId="3510777362" sldId="2147471731"/>
            <ac:spMk id="6" creationId="{8B1743FE-75CD-DA1E-D600-089EAB61F9D1}"/>
          </ac:spMkLst>
        </pc:spChg>
        <pc:spChg chg="mod">
          <ac:chgData name="Srdjan Grujic" userId="0c2951b5-372f-4233-9e81-e5683ad51377" providerId="ADAL" clId="{1AB965AC-A9FA-483E-8A06-B0684E9B0FCE}" dt="2026-07-06T06:48:18.276" v="2503" actId="1076"/>
          <ac:spMkLst>
            <pc:docMk/>
            <pc:sldMk cId="3510777362" sldId="2147471731"/>
            <ac:spMk id="7" creationId="{1EC3EDFB-F135-91A1-98EF-DE0A214165B9}"/>
          </ac:spMkLst>
        </pc:spChg>
        <pc:spChg chg="mod">
          <ac:chgData name="Srdjan Grujic" userId="0c2951b5-372f-4233-9e81-e5683ad51377" providerId="ADAL" clId="{1AB965AC-A9FA-483E-8A06-B0684E9B0FCE}" dt="2026-07-06T09:54:01.492" v="2722" actId="1076"/>
          <ac:spMkLst>
            <pc:docMk/>
            <pc:sldMk cId="3510777362" sldId="2147471731"/>
            <ac:spMk id="8" creationId="{8D80A5AB-FCDB-C279-3CC8-AD3462442AA3}"/>
          </ac:spMkLst>
        </pc:spChg>
        <pc:spChg chg="mod">
          <ac:chgData name="Srdjan Grujic" userId="0c2951b5-372f-4233-9e81-e5683ad51377" providerId="ADAL" clId="{1AB965AC-A9FA-483E-8A06-B0684E9B0FCE}" dt="2026-07-06T09:54:04.341" v="2723" actId="1076"/>
          <ac:spMkLst>
            <pc:docMk/>
            <pc:sldMk cId="3510777362" sldId="2147471731"/>
            <ac:spMk id="9" creationId="{7E62D577-293C-7F20-1DDE-7F3900B8F647}"/>
          </ac:spMkLst>
        </pc:spChg>
        <pc:spChg chg="add del mod">
          <ac:chgData name="Srdjan Grujic" userId="0c2951b5-372f-4233-9e81-e5683ad51377" providerId="ADAL" clId="{1AB965AC-A9FA-483E-8A06-B0684E9B0FCE}" dt="2026-07-06T06:49:18.445" v="2521" actId="478"/>
          <ac:spMkLst>
            <pc:docMk/>
            <pc:sldMk cId="3510777362" sldId="2147471731"/>
            <ac:spMk id="10" creationId="{B2A04FC7-B88A-FB41-7D90-C37379B59407}"/>
          </ac:spMkLst>
        </pc:spChg>
        <pc:spChg chg="add mod">
          <ac:chgData name="Srdjan Grujic" userId="0c2951b5-372f-4233-9e81-e5683ad51377" providerId="ADAL" clId="{1AB965AC-A9FA-483E-8A06-B0684E9B0FCE}" dt="2026-07-06T06:49:50.969" v="2529" actId="207"/>
          <ac:spMkLst>
            <pc:docMk/>
            <pc:sldMk cId="3510777362" sldId="2147471731"/>
            <ac:spMk id="11" creationId="{D81CC5A1-CB94-7223-5082-64A523B31087}"/>
          </ac:spMkLst>
        </pc:spChg>
        <pc:spChg chg="mod">
          <ac:chgData name="Srdjan Grujic" userId="0c2951b5-372f-4233-9e81-e5683ad51377" providerId="ADAL" clId="{1AB965AC-A9FA-483E-8A06-B0684E9B0FCE}" dt="2026-07-06T09:53:09.176" v="2605" actId="1076"/>
          <ac:spMkLst>
            <pc:docMk/>
            <pc:sldMk cId="3510777362" sldId="2147471731"/>
            <ac:spMk id="15" creationId="{C55FE708-1E46-8826-825C-9DB32B1C3300}"/>
          </ac:spMkLst>
        </pc:spChg>
        <pc:spChg chg="mod">
          <ac:chgData name="Srdjan Grujic" userId="0c2951b5-372f-4233-9e81-e5683ad51377" providerId="ADAL" clId="{1AB965AC-A9FA-483E-8A06-B0684E9B0FCE}" dt="2026-07-06T09:53:38.534" v="2674" actId="1076"/>
          <ac:spMkLst>
            <pc:docMk/>
            <pc:sldMk cId="3510777362" sldId="2147471731"/>
            <ac:spMk id="16" creationId="{FDC14B95-ECF1-099C-1554-B4EB84376CC6}"/>
          </ac:spMkLst>
        </pc:spChg>
        <pc:spChg chg="mod">
          <ac:chgData name="Srdjan Grujic" userId="0c2951b5-372f-4233-9e81-e5683ad51377" providerId="ADAL" clId="{1AB965AC-A9FA-483E-8A06-B0684E9B0FCE}" dt="2026-07-06T06:48:26.441" v="2505" actId="1076"/>
          <ac:spMkLst>
            <pc:docMk/>
            <pc:sldMk cId="3510777362" sldId="2147471731"/>
            <ac:spMk id="79" creationId="{2E512882-5577-6417-84E0-E012C77FA87C}"/>
          </ac:spMkLst>
        </pc:spChg>
        <pc:spChg chg="mod">
          <ac:chgData name="Srdjan Grujic" userId="0c2951b5-372f-4233-9e81-e5683ad51377" providerId="ADAL" clId="{1AB965AC-A9FA-483E-8A06-B0684E9B0FCE}" dt="2026-07-06T06:48:26.441" v="2505" actId="1076"/>
          <ac:spMkLst>
            <pc:docMk/>
            <pc:sldMk cId="3510777362" sldId="2147471731"/>
            <ac:spMk id="81" creationId="{FFA9C8A4-5C98-6D7E-DFC9-3851E894A4A6}"/>
          </ac:spMkLst>
        </pc:spChg>
      </pc:sldChg>
      <pc:sldChg chg="addSp delSp modSp add mod">
        <pc:chgData name="Srdjan Grujic" userId="0c2951b5-372f-4233-9e81-e5683ad51377" providerId="ADAL" clId="{1AB965AC-A9FA-483E-8A06-B0684E9B0FCE}" dt="2026-07-06T09:59:56.473" v="3149"/>
        <pc:sldMkLst>
          <pc:docMk/>
          <pc:sldMk cId="740187289" sldId="2147471732"/>
        </pc:sldMkLst>
        <pc:spChg chg="mod">
          <ac:chgData name="Srdjan Grujic" userId="0c2951b5-372f-4233-9e81-e5683ad51377" providerId="ADAL" clId="{1AB965AC-A9FA-483E-8A06-B0684E9B0FCE}" dt="2026-07-06T09:58:42.877" v="3091" actId="1076"/>
          <ac:spMkLst>
            <pc:docMk/>
            <pc:sldMk cId="740187289" sldId="2147471732"/>
            <ac:spMk id="2" creationId="{1EA8F94B-B2FB-B887-D826-6A86CA16BFA4}"/>
          </ac:spMkLst>
        </pc:spChg>
        <pc:spChg chg="mod">
          <ac:chgData name="Srdjan Grujic" userId="0c2951b5-372f-4233-9e81-e5683ad51377" providerId="ADAL" clId="{1AB965AC-A9FA-483E-8A06-B0684E9B0FCE}" dt="2026-07-06T09:54:37.850" v="2791" actId="20577"/>
          <ac:spMkLst>
            <pc:docMk/>
            <pc:sldMk cId="740187289" sldId="2147471732"/>
            <ac:spMk id="3" creationId="{D3D0304E-1753-C334-7350-A22D3B6123A1}"/>
          </ac:spMkLst>
        </pc:spChg>
        <pc:spChg chg="mod">
          <ac:chgData name="Srdjan Grujic" userId="0c2951b5-372f-4233-9e81-e5683ad51377" providerId="ADAL" clId="{1AB965AC-A9FA-483E-8A06-B0684E9B0FCE}" dt="2026-07-06T09:55:58.865" v="2856" actId="790"/>
          <ac:spMkLst>
            <pc:docMk/>
            <pc:sldMk cId="740187289" sldId="2147471732"/>
            <ac:spMk id="4" creationId="{4D9C08A8-9883-96EC-6DEA-A3A83572EC37}"/>
          </ac:spMkLst>
        </pc:spChg>
        <pc:spChg chg="del mod">
          <ac:chgData name="Srdjan Grujic" userId="0c2951b5-372f-4233-9e81-e5683ad51377" providerId="ADAL" clId="{1AB965AC-A9FA-483E-8A06-B0684E9B0FCE}" dt="2026-07-06T09:54:56.206" v="2816"/>
          <ac:spMkLst>
            <pc:docMk/>
            <pc:sldMk cId="740187289" sldId="2147471732"/>
            <ac:spMk id="5" creationId="{0C8DC50A-38F0-8DF2-8229-886DCB14070E}"/>
          </ac:spMkLst>
        </pc:spChg>
        <pc:spChg chg="mod">
          <ac:chgData name="Srdjan Grujic" userId="0c2951b5-372f-4233-9e81-e5683ad51377" providerId="ADAL" clId="{1AB965AC-A9FA-483E-8A06-B0684E9B0FCE}" dt="2026-07-06T09:59:06.921" v="3095" actId="1076"/>
          <ac:spMkLst>
            <pc:docMk/>
            <pc:sldMk cId="740187289" sldId="2147471732"/>
            <ac:spMk id="6" creationId="{E7ECF9FD-0C4F-7DF6-495C-DED2832D9DB7}"/>
          </ac:spMkLst>
        </pc:spChg>
        <pc:spChg chg="del">
          <ac:chgData name="Srdjan Grujic" userId="0c2951b5-372f-4233-9e81-e5683ad51377" providerId="ADAL" clId="{1AB965AC-A9FA-483E-8A06-B0684E9B0FCE}" dt="2026-07-06T09:54:42.171" v="2792" actId="478"/>
          <ac:spMkLst>
            <pc:docMk/>
            <pc:sldMk cId="740187289" sldId="2147471732"/>
            <ac:spMk id="7" creationId="{EC19449F-378F-63CB-99C5-B3D2FE9006F5}"/>
          </ac:spMkLst>
        </pc:spChg>
        <pc:spChg chg="mod">
          <ac:chgData name="Srdjan Grujic" userId="0c2951b5-372f-4233-9e81-e5683ad51377" providerId="ADAL" clId="{1AB965AC-A9FA-483E-8A06-B0684E9B0FCE}" dt="2026-07-06T09:59:06.921" v="3095" actId="1076"/>
          <ac:spMkLst>
            <pc:docMk/>
            <pc:sldMk cId="740187289" sldId="2147471732"/>
            <ac:spMk id="8" creationId="{1F1FBFFF-DCBD-708B-6055-9528BF7380FA}"/>
          </ac:spMkLst>
        </pc:spChg>
        <pc:spChg chg="mod">
          <ac:chgData name="Srdjan Grujic" userId="0c2951b5-372f-4233-9e81-e5683ad51377" providerId="ADAL" clId="{1AB965AC-A9FA-483E-8A06-B0684E9B0FCE}" dt="2026-07-06T09:59:06.921" v="3095" actId="1076"/>
          <ac:spMkLst>
            <pc:docMk/>
            <pc:sldMk cId="740187289" sldId="2147471732"/>
            <ac:spMk id="9" creationId="{ABDA06AC-9E14-D12E-9825-3D79C0723D9D}"/>
          </ac:spMkLst>
        </pc:spChg>
        <pc:spChg chg="add del mod">
          <ac:chgData name="Srdjan Grujic" userId="0c2951b5-372f-4233-9e81-e5683ad51377" providerId="ADAL" clId="{1AB965AC-A9FA-483E-8A06-B0684E9B0FCE}" dt="2026-07-06T09:58:32.495" v="3089" actId="1076"/>
          <ac:spMkLst>
            <pc:docMk/>
            <pc:sldMk cId="740187289" sldId="2147471732"/>
            <ac:spMk id="10" creationId="{088B0B3C-5B9E-2B04-1A37-57B132DC373D}"/>
          </ac:spMkLst>
        </pc:spChg>
        <pc:spChg chg="del">
          <ac:chgData name="Srdjan Grujic" userId="0c2951b5-372f-4233-9e81-e5683ad51377" providerId="ADAL" clId="{1AB965AC-A9FA-483E-8A06-B0684E9B0FCE}" dt="2026-07-06T09:54:43.134" v="2793" actId="478"/>
          <ac:spMkLst>
            <pc:docMk/>
            <pc:sldMk cId="740187289" sldId="2147471732"/>
            <ac:spMk id="11" creationId="{A7ABD312-0E0A-1C0E-3737-CA3BD6A4854E}"/>
          </ac:spMkLst>
        </pc:spChg>
        <pc:spChg chg="add mod">
          <ac:chgData name="Srdjan Grujic" userId="0c2951b5-372f-4233-9e81-e5683ad51377" providerId="ADAL" clId="{1AB965AC-A9FA-483E-8A06-B0684E9B0FCE}" dt="2026-07-06T09:58:36.360" v="3090" actId="1076"/>
          <ac:spMkLst>
            <pc:docMk/>
            <pc:sldMk cId="740187289" sldId="2147471732"/>
            <ac:spMk id="12" creationId="{FFB73FF4-877A-229D-C668-EC08B97D329D}"/>
          </ac:spMkLst>
        </pc:spChg>
        <pc:spChg chg="add mod">
          <ac:chgData name="Srdjan Grujic" userId="0c2951b5-372f-4233-9e81-e5683ad51377" providerId="ADAL" clId="{1AB965AC-A9FA-483E-8A06-B0684E9B0FCE}" dt="2026-07-06T09:59:47.840" v="3148" actId="1076"/>
          <ac:spMkLst>
            <pc:docMk/>
            <pc:sldMk cId="740187289" sldId="2147471732"/>
            <ac:spMk id="13" creationId="{892B2A8F-2DBA-7B77-07C8-63F83D905958}"/>
          </ac:spMkLst>
        </pc:spChg>
        <pc:spChg chg="add mod">
          <ac:chgData name="Srdjan Grujic" userId="0c2951b5-372f-4233-9e81-e5683ad51377" providerId="ADAL" clId="{1AB965AC-A9FA-483E-8A06-B0684E9B0FCE}" dt="2026-07-06T09:57:43.597" v="3073"/>
          <ac:spMkLst>
            <pc:docMk/>
            <pc:sldMk cId="740187289" sldId="2147471732"/>
            <ac:spMk id="14" creationId="{BCE58C52-DEDA-DF96-FE94-55218C10CBC4}"/>
          </ac:spMkLst>
        </pc:spChg>
        <pc:spChg chg="del mod">
          <ac:chgData name="Srdjan Grujic" userId="0c2951b5-372f-4233-9e81-e5683ad51377" providerId="ADAL" clId="{1AB965AC-A9FA-483E-8A06-B0684E9B0FCE}" dt="2026-07-06T09:55:14.684" v="2818" actId="478"/>
          <ac:spMkLst>
            <pc:docMk/>
            <pc:sldMk cId="740187289" sldId="2147471732"/>
            <ac:spMk id="15" creationId="{42A7F7F1-43DE-0235-B20C-A41F97083F7D}"/>
          </ac:spMkLst>
        </pc:spChg>
        <pc:spChg chg="mod">
          <ac:chgData name="Srdjan Grujic" userId="0c2951b5-372f-4233-9e81-e5683ad51377" providerId="ADAL" clId="{1AB965AC-A9FA-483E-8A06-B0684E9B0FCE}" dt="2026-07-06T09:58:49.214" v="3092" actId="1076"/>
          <ac:spMkLst>
            <pc:docMk/>
            <pc:sldMk cId="740187289" sldId="2147471732"/>
            <ac:spMk id="16" creationId="{F5DA5920-0787-6EEB-27EC-DC30F77649F7}"/>
          </ac:spMkLst>
        </pc:spChg>
        <pc:spChg chg="add mod">
          <ac:chgData name="Srdjan Grujic" userId="0c2951b5-372f-4233-9e81-e5683ad51377" providerId="ADAL" clId="{1AB965AC-A9FA-483E-8A06-B0684E9B0FCE}" dt="2026-07-06T09:57:44.544" v="3074"/>
          <ac:spMkLst>
            <pc:docMk/>
            <pc:sldMk cId="740187289" sldId="2147471732"/>
            <ac:spMk id="17" creationId="{2FF5F84D-3496-761B-1CAE-2D1B51BC8EC3}"/>
          </ac:spMkLst>
        </pc:spChg>
        <pc:spChg chg="add mod">
          <ac:chgData name="Srdjan Grujic" userId="0c2951b5-372f-4233-9e81-e5683ad51377" providerId="ADAL" clId="{1AB965AC-A9FA-483E-8A06-B0684E9B0FCE}" dt="2026-07-06T09:59:13.256" v="3097" actId="1076"/>
          <ac:spMkLst>
            <pc:docMk/>
            <pc:sldMk cId="740187289" sldId="2147471732"/>
            <ac:spMk id="18" creationId="{328F31E2-DD17-03D4-7F77-ACCCE5C291AD}"/>
          </ac:spMkLst>
        </pc:spChg>
        <pc:spChg chg="add del mod">
          <ac:chgData name="Srdjan Grujic" userId="0c2951b5-372f-4233-9e81-e5683ad51377" providerId="ADAL" clId="{1AB965AC-A9FA-483E-8A06-B0684E9B0FCE}" dt="2026-07-06T09:59:42.708" v="3147" actId="20577"/>
          <ac:spMkLst>
            <pc:docMk/>
            <pc:sldMk cId="740187289" sldId="2147471732"/>
            <ac:spMk id="19" creationId="{AB36D186-D38C-C29A-A33F-AFCD2B0B93F5}"/>
          </ac:spMkLst>
        </pc:spChg>
        <pc:spChg chg="add del mod">
          <ac:chgData name="Srdjan Grujic" userId="0c2951b5-372f-4233-9e81-e5683ad51377" providerId="ADAL" clId="{1AB965AC-A9FA-483E-8A06-B0684E9B0FCE}" dt="2026-07-06T09:59:15.210" v="3098" actId="478"/>
          <ac:spMkLst>
            <pc:docMk/>
            <pc:sldMk cId="740187289" sldId="2147471732"/>
            <ac:spMk id="20" creationId="{98E3E104-5E0F-0BE0-29B9-EB742C6941F8}"/>
          </ac:spMkLst>
        </pc:spChg>
        <pc:spChg chg="add mod">
          <ac:chgData name="Srdjan Grujic" userId="0c2951b5-372f-4233-9e81-e5683ad51377" providerId="ADAL" clId="{1AB965AC-A9FA-483E-8A06-B0684E9B0FCE}" dt="2026-07-06T09:59:56.473" v="3149"/>
          <ac:spMkLst>
            <pc:docMk/>
            <pc:sldMk cId="740187289" sldId="2147471732"/>
            <ac:spMk id="21" creationId="{52AE1C12-BF0B-7297-273E-14A8311B2FCA}"/>
          </ac:spMkLst>
        </pc:spChg>
        <pc:spChg chg="add mod">
          <ac:chgData name="Srdjan Grujic" userId="0c2951b5-372f-4233-9e81-e5683ad51377" providerId="ADAL" clId="{1AB965AC-A9FA-483E-8A06-B0684E9B0FCE}" dt="2026-07-06T09:59:56.473" v="3149"/>
          <ac:spMkLst>
            <pc:docMk/>
            <pc:sldMk cId="740187289" sldId="2147471732"/>
            <ac:spMk id="22" creationId="{8FBF4354-DFB1-26F5-C91E-DC2F51EC836E}"/>
          </ac:spMkLst>
        </pc:spChg>
        <pc:spChg chg="add mod">
          <ac:chgData name="Srdjan Grujic" userId="0c2951b5-372f-4233-9e81-e5683ad51377" providerId="ADAL" clId="{1AB965AC-A9FA-483E-8A06-B0684E9B0FCE}" dt="2026-07-06T09:59:56.473" v="3149"/>
          <ac:spMkLst>
            <pc:docMk/>
            <pc:sldMk cId="740187289" sldId="2147471732"/>
            <ac:spMk id="23" creationId="{B97386BC-5FBA-9E50-4CD1-2297B5C94A11}"/>
          </ac:spMkLst>
        </pc:spChg>
        <pc:spChg chg="mod">
          <ac:chgData name="Srdjan Grujic" userId="0c2951b5-372f-4233-9e81-e5683ad51377" providerId="ADAL" clId="{1AB965AC-A9FA-483E-8A06-B0684E9B0FCE}" dt="2026-07-06T09:58:32.495" v="3089" actId="1076"/>
          <ac:spMkLst>
            <pc:docMk/>
            <pc:sldMk cId="740187289" sldId="2147471732"/>
            <ac:spMk id="79" creationId="{8A4D823B-B3E5-B360-C5FF-F8A2D760B235}"/>
          </ac:spMkLst>
        </pc:spChg>
        <pc:spChg chg="mod">
          <ac:chgData name="Srdjan Grujic" userId="0c2951b5-372f-4233-9e81-e5683ad51377" providerId="ADAL" clId="{1AB965AC-A9FA-483E-8A06-B0684E9B0FCE}" dt="2026-07-06T09:58:42.877" v="3091" actId="1076"/>
          <ac:spMkLst>
            <pc:docMk/>
            <pc:sldMk cId="740187289" sldId="2147471732"/>
            <ac:spMk id="81" creationId="{BFB5D9B5-612E-7CFA-4505-DB4BE8A6A45F}"/>
          </ac:spMkLst>
        </pc:spChg>
      </pc:sldChg>
      <pc:sldChg chg="addSp delSp modSp add mod">
        <pc:chgData name="Srdjan Grujic" userId="0c2951b5-372f-4233-9e81-e5683ad51377" providerId="ADAL" clId="{1AB965AC-A9FA-483E-8A06-B0684E9B0FCE}" dt="2026-07-06T10:32:31.698" v="3782" actId="20577"/>
        <pc:sldMkLst>
          <pc:docMk/>
          <pc:sldMk cId="1610543971" sldId="2147471733"/>
        </pc:sldMkLst>
        <pc:spChg chg="del">
          <ac:chgData name="Srdjan Grujic" userId="0c2951b5-372f-4233-9e81-e5683ad51377" providerId="ADAL" clId="{1AB965AC-A9FA-483E-8A06-B0684E9B0FCE}" dt="2026-07-06T10:00:13.985" v="3190" actId="478"/>
          <ac:spMkLst>
            <pc:docMk/>
            <pc:sldMk cId="1610543971" sldId="2147471733"/>
            <ac:spMk id="2" creationId="{A6E6BAF3-4AC1-1CB4-7775-A3DA54F675E0}"/>
          </ac:spMkLst>
        </pc:spChg>
        <pc:spChg chg="mod">
          <ac:chgData name="Srdjan Grujic" userId="0c2951b5-372f-4233-9e81-e5683ad51377" providerId="ADAL" clId="{1AB965AC-A9FA-483E-8A06-B0684E9B0FCE}" dt="2026-07-06T10:00:06.428" v="3185" actId="20577"/>
          <ac:spMkLst>
            <pc:docMk/>
            <pc:sldMk cId="1610543971" sldId="2147471733"/>
            <ac:spMk id="3" creationId="{10247826-BA6B-1EAA-3707-A035D62C9AFB}"/>
          </ac:spMkLst>
        </pc:spChg>
        <pc:spChg chg="mod">
          <ac:chgData name="Srdjan Grujic" userId="0c2951b5-372f-4233-9e81-e5683ad51377" providerId="ADAL" clId="{1AB965AC-A9FA-483E-8A06-B0684E9B0FCE}" dt="2026-07-06T10:30:41.552" v="3585" actId="14100"/>
          <ac:spMkLst>
            <pc:docMk/>
            <pc:sldMk cId="1610543971" sldId="2147471733"/>
            <ac:spMk id="4" creationId="{947025F2-09D8-7393-9122-36ED1910C277}"/>
          </ac:spMkLst>
        </pc:spChg>
        <pc:spChg chg="add mod">
          <ac:chgData name="Srdjan Grujic" userId="0c2951b5-372f-4233-9e81-e5683ad51377" providerId="ADAL" clId="{1AB965AC-A9FA-483E-8A06-B0684E9B0FCE}" dt="2026-07-06T10:30:50.161" v="3587" actId="1076"/>
          <ac:spMkLst>
            <pc:docMk/>
            <pc:sldMk cId="1610543971" sldId="2147471733"/>
            <ac:spMk id="5" creationId="{6CE1DA3B-62D4-91AC-444B-8FFC9439EA7F}"/>
          </ac:spMkLst>
        </pc:spChg>
        <pc:spChg chg="del">
          <ac:chgData name="Srdjan Grujic" userId="0c2951b5-372f-4233-9e81-e5683ad51377" providerId="ADAL" clId="{1AB965AC-A9FA-483E-8A06-B0684E9B0FCE}" dt="2026-07-06T10:00:13.985" v="3190" actId="478"/>
          <ac:spMkLst>
            <pc:docMk/>
            <pc:sldMk cId="1610543971" sldId="2147471733"/>
            <ac:spMk id="6" creationId="{7BE91FDC-8E2C-5148-979C-72A4E2069376}"/>
          </ac:spMkLst>
        </pc:spChg>
        <pc:spChg chg="add mod">
          <ac:chgData name="Srdjan Grujic" userId="0c2951b5-372f-4233-9e81-e5683ad51377" providerId="ADAL" clId="{1AB965AC-A9FA-483E-8A06-B0684E9B0FCE}" dt="2026-07-06T10:31:31.571" v="3645" actId="20577"/>
          <ac:spMkLst>
            <pc:docMk/>
            <pc:sldMk cId="1610543971" sldId="2147471733"/>
            <ac:spMk id="7" creationId="{8BD46F9C-D260-3C14-EFA8-8D10BCC99A84}"/>
          </ac:spMkLst>
        </pc:spChg>
        <pc:spChg chg="del">
          <ac:chgData name="Srdjan Grujic" userId="0c2951b5-372f-4233-9e81-e5683ad51377" providerId="ADAL" clId="{1AB965AC-A9FA-483E-8A06-B0684E9B0FCE}" dt="2026-07-06T10:00:15.405" v="3191" actId="478"/>
          <ac:spMkLst>
            <pc:docMk/>
            <pc:sldMk cId="1610543971" sldId="2147471733"/>
            <ac:spMk id="8" creationId="{3A001577-BD0A-4A98-7995-F99333F6ABA8}"/>
          </ac:spMkLst>
        </pc:spChg>
        <pc:spChg chg="mod">
          <ac:chgData name="Srdjan Grujic" userId="0c2951b5-372f-4233-9e81-e5683ad51377" providerId="ADAL" clId="{1AB965AC-A9FA-483E-8A06-B0684E9B0FCE}" dt="2026-07-06T10:00:45.935" v="3290" actId="20577"/>
          <ac:spMkLst>
            <pc:docMk/>
            <pc:sldMk cId="1610543971" sldId="2147471733"/>
            <ac:spMk id="9" creationId="{8C98F62D-3672-0899-6750-DB13E15EBE59}"/>
          </ac:spMkLst>
        </pc:spChg>
        <pc:spChg chg="del">
          <ac:chgData name="Srdjan Grujic" userId="0c2951b5-372f-4233-9e81-e5683ad51377" providerId="ADAL" clId="{1AB965AC-A9FA-483E-8A06-B0684E9B0FCE}" dt="2026-07-06T10:00:13.985" v="3190" actId="478"/>
          <ac:spMkLst>
            <pc:docMk/>
            <pc:sldMk cId="1610543971" sldId="2147471733"/>
            <ac:spMk id="10" creationId="{B579CA39-0B1B-CB90-F33A-0249D1A239E7}"/>
          </ac:spMkLst>
        </pc:spChg>
        <pc:spChg chg="add mod">
          <ac:chgData name="Srdjan Grujic" userId="0c2951b5-372f-4233-9e81-e5683ad51377" providerId="ADAL" clId="{1AB965AC-A9FA-483E-8A06-B0684E9B0FCE}" dt="2026-07-06T10:32:08.213" v="3716" actId="20577"/>
          <ac:spMkLst>
            <pc:docMk/>
            <pc:sldMk cId="1610543971" sldId="2147471733"/>
            <ac:spMk id="11" creationId="{A066EA2D-6AE5-8794-BDB5-F23AEECBD4E9}"/>
          </ac:spMkLst>
        </pc:spChg>
        <pc:spChg chg="del">
          <ac:chgData name="Srdjan Grujic" userId="0c2951b5-372f-4233-9e81-e5683ad51377" providerId="ADAL" clId="{1AB965AC-A9FA-483E-8A06-B0684E9B0FCE}" dt="2026-07-06T10:00:13.985" v="3190" actId="478"/>
          <ac:spMkLst>
            <pc:docMk/>
            <pc:sldMk cId="1610543971" sldId="2147471733"/>
            <ac:spMk id="12" creationId="{D2BB1A47-4BAF-E0DD-365E-91D8D42C272E}"/>
          </ac:spMkLst>
        </pc:spChg>
        <pc:spChg chg="mod">
          <ac:chgData name="Srdjan Grujic" userId="0c2951b5-372f-4233-9e81-e5683ad51377" providerId="ADAL" clId="{1AB965AC-A9FA-483E-8A06-B0684E9B0FCE}" dt="2026-07-06T10:02:53.599" v="3584" actId="1076"/>
          <ac:spMkLst>
            <pc:docMk/>
            <pc:sldMk cId="1610543971" sldId="2147471733"/>
            <ac:spMk id="13" creationId="{678B8D02-13C5-786D-A10C-5F663AC2A8F5}"/>
          </ac:spMkLst>
        </pc:spChg>
        <pc:spChg chg="add mod">
          <ac:chgData name="Srdjan Grujic" userId="0c2951b5-372f-4233-9e81-e5683ad51377" providerId="ADAL" clId="{1AB965AC-A9FA-483E-8A06-B0684E9B0FCE}" dt="2026-07-06T10:32:03.423" v="3707"/>
          <ac:spMkLst>
            <pc:docMk/>
            <pc:sldMk cId="1610543971" sldId="2147471733"/>
            <ac:spMk id="14" creationId="{DCDBB84B-F663-C6E8-A675-442D9C06B1D3}"/>
          </ac:spMkLst>
        </pc:spChg>
        <pc:spChg chg="add mod">
          <ac:chgData name="Srdjan Grujic" userId="0c2951b5-372f-4233-9e81-e5683ad51377" providerId="ADAL" clId="{1AB965AC-A9FA-483E-8A06-B0684E9B0FCE}" dt="2026-07-06T10:32:03.423" v="3707"/>
          <ac:spMkLst>
            <pc:docMk/>
            <pc:sldMk cId="1610543971" sldId="2147471733"/>
            <ac:spMk id="15" creationId="{1527B527-2BF0-7878-446C-CE685EC47134}"/>
          </ac:spMkLst>
        </pc:spChg>
        <pc:spChg chg="del">
          <ac:chgData name="Srdjan Grujic" userId="0c2951b5-372f-4233-9e81-e5683ad51377" providerId="ADAL" clId="{1AB965AC-A9FA-483E-8A06-B0684E9B0FCE}" dt="2026-07-06T10:00:13.985" v="3190" actId="478"/>
          <ac:spMkLst>
            <pc:docMk/>
            <pc:sldMk cId="1610543971" sldId="2147471733"/>
            <ac:spMk id="16" creationId="{F5770093-C3C5-B292-3CDC-AAF74BDC0B87}"/>
          </ac:spMkLst>
        </pc:spChg>
        <pc:spChg chg="add mod">
          <ac:chgData name="Srdjan Grujic" userId="0c2951b5-372f-4233-9e81-e5683ad51377" providerId="ADAL" clId="{1AB965AC-A9FA-483E-8A06-B0684E9B0FCE}" dt="2026-07-06T10:32:03.423" v="3707"/>
          <ac:spMkLst>
            <pc:docMk/>
            <pc:sldMk cId="1610543971" sldId="2147471733"/>
            <ac:spMk id="17" creationId="{99EF48DB-7614-7AE3-4277-229832C4D189}"/>
          </ac:spMkLst>
        </pc:spChg>
        <pc:spChg chg="del">
          <ac:chgData name="Srdjan Grujic" userId="0c2951b5-372f-4233-9e81-e5683ad51377" providerId="ADAL" clId="{1AB965AC-A9FA-483E-8A06-B0684E9B0FCE}" dt="2026-07-06T10:00:18.232" v="3194" actId="478"/>
          <ac:spMkLst>
            <pc:docMk/>
            <pc:sldMk cId="1610543971" sldId="2147471733"/>
            <ac:spMk id="18" creationId="{066387B7-BE2F-0EB7-C28B-FE36B4E7A4F8}"/>
          </ac:spMkLst>
        </pc:spChg>
        <pc:spChg chg="del mod">
          <ac:chgData name="Srdjan Grujic" userId="0c2951b5-372f-4233-9e81-e5683ad51377" providerId="ADAL" clId="{1AB965AC-A9FA-483E-8A06-B0684E9B0FCE}" dt="2026-07-06T10:00:16.764" v="3193" actId="478"/>
          <ac:spMkLst>
            <pc:docMk/>
            <pc:sldMk cId="1610543971" sldId="2147471733"/>
            <ac:spMk id="19" creationId="{A4FB8D13-D467-BA25-053A-785C0F8B5768}"/>
          </ac:spMkLst>
        </pc:spChg>
        <pc:spChg chg="add mod">
          <ac:chgData name="Srdjan Grujic" userId="0c2951b5-372f-4233-9e81-e5683ad51377" providerId="ADAL" clId="{1AB965AC-A9FA-483E-8A06-B0684E9B0FCE}" dt="2026-07-06T10:32:15.542" v="3718" actId="1076"/>
          <ac:spMkLst>
            <pc:docMk/>
            <pc:sldMk cId="1610543971" sldId="2147471733"/>
            <ac:spMk id="20" creationId="{E920A747-C80A-37EF-2CCB-2B8E19129CD7}"/>
          </ac:spMkLst>
        </pc:spChg>
        <pc:spChg chg="add mod">
          <ac:chgData name="Srdjan Grujic" userId="0c2951b5-372f-4233-9e81-e5683ad51377" providerId="ADAL" clId="{1AB965AC-A9FA-483E-8A06-B0684E9B0FCE}" dt="2026-07-06T10:32:31.698" v="3782" actId="20577"/>
          <ac:spMkLst>
            <pc:docMk/>
            <pc:sldMk cId="1610543971" sldId="2147471733"/>
            <ac:spMk id="21" creationId="{767B2ACE-FA69-34FE-710D-4292B713CB68}"/>
          </ac:spMkLst>
        </pc:spChg>
        <pc:spChg chg="del">
          <ac:chgData name="Srdjan Grujic" userId="0c2951b5-372f-4233-9e81-e5683ad51377" providerId="ADAL" clId="{1AB965AC-A9FA-483E-8A06-B0684E9B0FCE}" dt="2026-07-06T10:00:13.985" v="3190" actId="478"/>
          <ac:spMkLst>
            <pc:docMk/>
            <pc:sldMk cId="1610543971" sldId="2147471733"/>
            <ac:spMk id="79" creationId="{CECA39CE-0ADA-5140-1FBE-37296DD52D9A}"/>
          </ac:spMkLst>
        </pc:spChg>
        <pc:spChg chg="del">
          <ac:chgData name="Srdjan Grujic" userId="0c2951b5-372f-4233-9e81-e5683ad51377" providerId="ADAL" clId="{1AB965AC-A9FA-483E-8A06-B0684E9B0FCE}" dt="2026-07-06T10:00:13.985" v="3190" actId="478"/>
          <ac:spMkLst>
            <pc:docMk/>
            <pc:sldMk cId="1610543971" sldId="2147471733"/>
            <ac:spMk id="81" creationId="{BB5C720E-46E8-612D-602D-AC67D3FBAD06}"/>
          </ac:spMkLst>
        </pc:spChg>
      </pc:sldChg>
      <pc:sldChg chg="addSp delSp modSp add mod">
        <pc:chgData name="Srdjan Grujic" userId="0c2951b5-372f-4233-9e81-e5683ad51377" providerId="ADAL" clId="{1AB965AC-A9FA-483E-8A06-B0684E9B0FCE}" dt="2026-07-06T10:50:06.517" v="4602" actId="20577"/>
        <pc:sldMkLst>
          <pc:docMk/>
          <pc:sldMk cId="1041469042" sldId="2147471734"/>
        </pc:sldMkLst>
        <pc:spChg chg="add mod">
          <ac:chgData name="Srdjan Grujic" userId="0c2951b5-372f-4233-9e81-e5683ad51377" providerId="ADAL" clId="{1AB965AC-A9FA-483E-8A06-B0684E9B0FCE}" dt="2026-07-06T10:48:51.326" v="4450" actId="1076"/>
          <ac:spMkLst>
            <pc:docMk/>
            <pc:sldMk cId="1041469042" sldId="2147471734"/>
            <ac:spMk id="2" creationId="{39F310C9-70FD-91C5-B09C-51CBAA39ED3C}"/>
          </ac:spMkLst>
        </pc:spChg>
        <pc:spChg chg="mod">
          <ac:chgData name="Srdjan Grujic" userId="0c2951b5-372f-4233-9e81-e5683ad51377" providerId="ADAL" clId="{1AB965AC-A9FA-483E-8A06-B0684E9B0FCE}" dt="2026-07-06T10:32:47.764" v="3800" actId="20577"/>
          <ac:spMkLst>
            <pc:docMk/>
            <pc:sldMk cId="1041469042" sldId="2147471734"/>
            <ac:spMk id="3" creationId="{5F088903-8355-61D3-4D1C-2734EC2EBAD4}"/>
          </ac:spMkLst>
        </pc:spChg>
        <pc:spChg chg="mod">
          <ac:chgData name="Srdjan Grujic" userId="0c2951b5-372f-4233-9e81-e5683ad51377" providerId="ADAL" clId="{1AB965AC-A9FA-483E-8A06-B0684E9B0FCE}" dt="2026-07-06T10:41:53.125" v="3832" actId="14100"/>
          <ac:spMkLst>
            <pc:docMk/>
            <pc:sldMk cId="1041469042" sldId="2147471734"/>
            <ac:spMk id="4" creationId="{2E7A2059-93A8-511A-F9B6-45F7835F019B}"/>
          </ac:spMkLst>
        </pc:spChg>
        <pc:spChg chg="del">
          <ac:chgData name="Srdjan Grujic" userId="0c2951b5-372f-4233-9e81-e5683ad51377" providerId="ADAL" clId="{1AB965AC-A9FA-483E-8A06-B0684E9B0FCE}" dt="2026-07-06T10:46:10.966" v="4056" actId="478"/>
          <ac:spMkLst>
            <pc:docMk/>
            <pc:sldMk cId="1041469042" sldId="2147471734"/>
            <ac:spMk id="5" creationId="{42E5BA32-3029-9D68-DEAF-0C16A115BA2A}"/>
          </ac:spMkLst>
        </pc:spChg>
        <pc:spChg chg="add mod">
          <ac:chgData name="Srdjan Grujic" userId="0c2951b5-372f-4233-9e81-e5683ad51377" providerId="ADAL" clId="{1AB965AC-A9FA-483E-8A06-B0684E9B0FCE}" dt="2026-07-06T10:48:51.326" v="4450" actId="1076"/>
          <ac:spMkLst>
            <pc:docMk/>
            <pc:sldMk cId="1041469042" sldId="2147471734"/>
            <ac:spMk id="6" creationId="{555F6F7A-C7AE-5F90-3BC5-35EAAF20527C}"/>
          </ac:spMkLst>
        </pc:spChg>
        <pc:spChg chg="del">
          <ac:chgData name="Srdjan Grujic" userId="0c2951b5-372f-4233-9e81-e5683ad51377" providerId="ADAL" clId="{1AB965AC-A9FA-483E-8A06-B0684E9B0FCE}" dt="2026-07-06T10:46:10.966" v="4056" actId="478"/>
          <ac:spMkLst>
            <pc:docMk/>
            <pc:sldMk cId="1041469042" sldId="2147471734"/>
            <ac:spMk id="7" creationId="{0DDC42A8-8864-0A83-0E1B-5C5E342D6907}"/>
          </ac:spMkLst>
        </pc:spChg>
        <pc:spChg chg="add mod">
          <ac:chgData name="Srdjan Grujic" userId="0c2951b5-372f-4233-9e81-e5683ad51377" providerId="ADAL" clId="{1AB965AC-A9FA-483E-8A06-B0684E9B0FCE}" dt="2026-07-06T10:48:51.326" v="4450" actId="1076"/>
          <ac:spMkLst>
            <pc:docMk/>
            <pc:sldMk cId="1041469042" sldId="2147471734"/>
            <ac:spMk id="8" creationId="{2E094704-1087-839D-B0AF-88E78A636923}"/>
          </ac:spMkLst>
        </pc:spChg>
        <pc:spChg chg="mod">
          <ac:chgData name="Srdjan Grujic" userId="0c2951b5-372f-4233-9e81-e5683ad51377" providerId="ADAL" clId="{1AB965AC-A9FA-483E-8A06-B0684E9B0FCE}" dt="2026-07-06T10:45:59.007" v="4053" actId="20577"/>
          <ac:spMkLst>
            <pc:docMk/>
            <pc:sldMk cId="1041469042" sldId="2147471734"/>
            <ac:spMk id="9" creationId="{05DA9966-8E82-301E-79E5-99D3C7AEE3E6}"/>
          </ac:spMkLst>
        </pc:spChg>
        <pc:spChg chg="add mod">
          <ac:chgData name="Srdjan Grujic" userId="0c2951b5-372f-4233-9e81-e5683ad51377" providerId="ADAL" clId="{1AB965AC-A9FA-483E-8A06-B0684E9B0FCE}" dt="2026-07-06T10:48:51.326" v="4450" actId="1076"/>
          <ac:spMkLst>
            <pc:docMk/>
            <pc:sldMk cId="1041469042" sldId="2147471734"/>
            <ac:spMk id="10" creationId="{442BE150-3451-F222-A17D-273AE8D946A3}"/>
          </ac:spMkLst>
        </pc:spChg>
        <pc:spChg chg="del">
          <ac:chgData name="Srdjan Grujic" userId="0c2951b5-372f-4233-9e81-e5683ad51377" providerId="ADAL" clId="{1AB965AC-A9FA-483E-8A06-B0684E9B0FCE}" dt="2026-07-06T10:46:10.966" v="4056" actId="478"/>
          <ac:spMkLst>
            <pc:docMk/>
            <pc:sldMk cId="1041469042" sldId="2147471734"/>
            <ac:spMk id="11" creationId="{38511CDA-A801-69CC-5402-553C98838160}"/>
          </ac:spMkLst>
        </pc:spChg>
        <pc:spChg chg="add mod">
          <ac:chgData name="Srdjan Grujic" userId="0c2951b5-372f-4233-9e81-e5683ad51377" providerId="ADAL" clId="{1AB965AC-A9FA-483E-8A06-B0684E9B0FCE}" dt="2026-07-06T10:48:51.326" v="4450" actId="1076"/>
          <ac:spMkLst>
            <pc:docMk/>
            <pc:sldMk cId="1041469042" sldId="2147471734"/>
            <ac:spMk id="12" creationId="{B5A9EE8A-F8B0-4082-425D-3F74D146F442}"/>
          </ac:spMkLst>
        </pc:spChg>
        <pc:spChg chg="del mod">
          <ac:chgData name="Srdjan Grujic" userId="0c2951b5-372f-4233-9e81-e5683ad51377" providerId="ADAL" clId="{1AB965AC-A9FA-483E-8A06-B0684E9B0FCE}" dt="2026-07-06T10:45:55.037" v="4047" actId="478"/>
          <ac:spMkLst>
            <pc:docMk/>
            <pc:sldMk cId="1041469042" sldId="2147471734"/>
            <ac:spMk id="13" creationId="{51F9D0E9-E535-D825-6ECF-92E3178539C8}"/>
          </ac:spMkLst>
        </pc:spChg>
        <pc:spChg chg="add mod">
          <ac:chgData name="Srdjan Grujic" userId="0c2951b5-372f-4233-9e81-e5683ad51377" providerId="ADAL" clId="{1AB965AC-A9FA-483E-8A06-B0684E9B0FCE}" dt="2026-07-06T10:48:51.326" v="4450" actId="1076"/>
          <ac:spMkLst>
            <pc:docMk/>
            <pc:sldMk cId="1041469042" sldId="2147471734"/>
            <ac:spMk id="14" creationId="{BA4FF32D-9952-34D3-12F4-02BB4156D235}"/>
          </ac:spMkLst>
        </pc:spChg>
        <pc:spChg chg="add mod">
          <ac:chgData name="Srdjan Grujic" userId="0c2951b5-372f-4233-9e81-e5683ad51377" providerId="ADAL" clId="{1AB965AC-A9FA-483E-8A06-B0684E9B0FCE}" dt="2026-07-06T10:49:03.527" v="4453" actId="1076"/>
          <ac:spMkLst>
            <pc:docMk/>
            <pc:sldMk cId="1041469042" sldId="2147471734"/>
            <ac:spMk id="15" creationId="{0457B564-D685-F254-7AFD-DDBDDDB7ED2E}"/>
          </ac:spMkLst>
        </pc:spChg>
        <pc:spChg chg="add mod">
          <ac:chgData name="Srdjan Grujic" userId="0c2951b5-372f-4233-9e81-e5683ad51377" providerId="ADAL" clId="{1AB965AC-A9FA-483E-8A06-B0684E9B0FCE}" dt="2026-07-06T10:49:03.527" v="4453" actId="1076"/>
          <ac:spMkLst>
            <pc:docMk/>
            <pc:sldMk cId="1041469042" sldId="2147471734"/>
            <ac:spMk id="16" creationId="{4A640DB5-37C3-5A9D-BE15-3797EE2CBFF9}"/>
          </ac:spMkLst>
        </pc:spChg>
        <pc:spChg chg="add mod">
          <ac:chgData name="Srdjan Grujic" userId="0c2951b5-372f-4233-9e81-e5683ad51377" providerId="ADAL" clId="{1AB965AC-A9FA-483E-8A06-B0684E9B0FCE}" dt="2026-07-06T10:49:03.527" v="4453" actId="1076"/>
          <ac:spMkLst>
            <pc:docMk/>
            <pc:sldMk cId="1041469042" sldId="2147471734"/>
            <ac:spMk id="17" creationId="{64607047-60A8-EAA2-F241-A762924CABB3}"/>
          </ac:spMkLst>
        </pc:spChg>
        <pc:spChg chg="add mod">
          <ac:chgData name="Srdjan Grujic" userId="0c2951b5-372f-4233-9e81-e5683ad51377" providerId="ADAL" clId="{1AB965AC-A9FA-483E-8A06-B0684E9B0FCE}" dt="2026-07-06T10:49:09.857" v="4454" actId="1076"/>
          <ac:spMkLst>
            <pc:docMk/>
            <pc:sldMk cId="1041469042" sldId="2147471734"/>
            <ac:spMk id="18" creationId="{34D9BD22-8CDF-71A5-BC28-26B43A1C4090}"/>
          </ac:spMkLst>
        </pc:spChg>
        <pc:spChg chg="add mod">
          <ac:chgData name="Srdjan Grujic" userId="0c2951b5-372f-4233-9e81-e5683ad51377" providerId="ADAL" clId="{1AB965AC-A9FA-483E-8A06-B0684E9B0FCE}" dt="2026-07-06T10:49:12.966" v="4459" actId="20577"/>
          <ac:spMkLst>
            <pc:docMk/>
            <pc:sldMk cId="1041469042" sldId="2147471734"/>
            <ac:spMk id="19" creationId="{305266E6-0EC0-02AF-C7F2-82743A473084}"/>
          </ac:spMkLst>
        </pc:spChg>
        <pc:spChg chg="del">
          <ac:chgData name="Srdjan Grujic" userId="0c2951b5-372f-4233-9e81-e5683ad51377" providerId="ADAL" clId="{1AB965AC-A9FA-483E-8A06-B0684E9B0FCE}" dt="2026-07-06T10:46:10.966" v="4056" actId="478"/>
          <ac:spMkLst>
            <pc:docMk/>
            <pc:sldMk cId="1041469042" sldId="2147471734"/>
            <ac:spMk id="20" creationId="{63C21B83-2D6A-A589-1A57-A13D4930AC65}"/>
          </ac:spMkLst>
        </pc:spChg>
        <pc:spChg chg="del">
          <ac:chgData name="Srdjan Grujic" userId="0c2951b5-372f-4233-9e81-e5683ad51377" providerId="ADAL" clId="{1AB965AC-A9FA-483E-8A06-B0684E9B0FCE}" dt="2026-07-06T10:46:10.966" v="4056" actId="478"/>
          <ac:spMkLst>
            <pc:docMk/>
            <pc:sldMk cId="1041469042" sldId="2147471734"/>
            <ac:spMk id="21" creationId="{BDE3B2A6-F35A-529C-9EC0-A44DA9F318CF}"/>
          </ac:spMkLst>
        </pc:spChg>
        <pc:spChg chg="add mod">
          <ac:chgData name="Srdjan Grujic" userId="0c2951b5-372f-4233-9e81-e5683ad51377" providerId="ADAL" clId="{1AB965AC-A9FA-483E-8A06-B0684E9B0FCE}" dt="2026-07-06T10:50:06.517" v="4602" actId="20577"/>
          <ac:spMkLst>
            <pc:docMk/>
            <pc:sldMk cId="1041469042" sldId="2147471734"/>
            <ac:spMk id="22" creationId="{5A5D0611-EF52-A57D-EA71-CF7BDEB64DA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C847394-C26B-336B-C8F0-712D669AC0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2796BA-A174-0438-143C-A946416550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B91ED6-6E8F-4DDC-AE69-157C43EB2B8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8D13D1-D276-05A9-EB71-C32527AA5D2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5C89F7-4669-EB8A-0423-2C5547BBEE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B3FDE7-F18D-4516-A705-5724AAB17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4318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F644D3-94CA-4141-A966-DC606E93B6D3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873CEC-A861-2D40-A606-73FB61E50C0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2729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5A28707-B22A-F6DE-E622-CF39FF238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sr-Latn-RS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46A3410-39E7-65CB-F12D-CDECA900F42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A7109A2-A609-B7C8-71F7-EADD2B8E060F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07DB684-88EC-4CDA-8576-318D5151F8E9}" type="slidenum">
              <a:t>2</a:t>
            </a:fld>
            <a:endParaRPr lang="de-DE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778783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696F828C-657C-7442-6C1D-89C2DB79E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E64F30D6-E5E9-82B6-7892-E1A20C0171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1338F657-CA9A-DB14-5559-C229689634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412740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CC268835-69F4-9898-61C9-2D7A41BD2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8CA428FC-5008-B577-5557-381E7C42E5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E968F9AD-F5A2-A094-4CE9-3731B1DEBD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81154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7D59E3AA-CB07-4A79-632B-54038C804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43CFF026-B52C-AF5C-FA51-AFDEA3F183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B6492184-A056-B87B-546D-01F3845D50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417246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268C6697-8AEE-7A3A-36DD-AE035FF21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A3D37C82-2873-D1C5-0F8E-DA569DA5B7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C1BE10E7-1AF2-8523-8CC6-A7B9415FD5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9273378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0CA2708C-FC3C-DD82-40F7-49F631715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E6DD547D-09B1-CC6C-B206-87C76D8419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4351E124-B727-78CB-AE25-21EABABD5D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9921765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4125B4FA-B8E5-AAA6-9174-2268600F7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BD14C004-7438-AB40-C284-44722B62D1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92F69C52-9184-3CFF-ACD8-D623FD4272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7050222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C9811C06-D440-23BA-A636-656521D71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FB4A7FAB-8138-9B99-4E4A-E9AA8F892C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BA091285-3FED-1354-F437-3156682061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8880708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B6D45972-F28E-8B7D-AD70-60859A5A0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68C1D473-9D06-F9CA-5ECA-326D5406D2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DC9C738F-28CD-84B6-4A7D-5F07EDD9ED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0864757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05B887EA-FF55-3CA3-DDD2-2F0E8613B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7FB661A7-2B17-29C1-4E3A-DD67CE912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1E5957AD-E23E-7764-A2AA-81CCA277E7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7371836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534DC3FB-D4EE-E21E-67D2-EA906F544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4531483F-C662-E7CE-2B37-63B70F5EA1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95771056-7AD6-4A73-8EAF-D40A365ED7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4638902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AC7B1ADC-88CB-341C-9A15-68DC593C8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15BE946C-FC6B-792F-A7ED-1B7B73C1C9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D510A7D2-0063-EED6-DB76-8982FBD887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4672611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A185C236-9BF9-2BD6-FDA3-88F7BC2CA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54EFEA55-1C55-7CDF-6F9B-6AB1B1F182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1B99DE24-0CA3-7CB2-0B05-AF5565308A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7442392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8A2C963F-6E64-0C64-9403-EB4E5521E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D9692229-97A7-342A-33E7-3394DE41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0B4CA923-308D-B58F-8A44-1F92A40421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9856118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4347F973-EAF6-9866-93C6-2EA1781B3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857E692F-8BE5-46FF-2C3E-B6036988D6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brza pretraga </a:t>
            </a:r>
            <a:r>
              <a:rPr lang="sr-Latn-RS" dirty="0" err="1"/>
              <a:t>pomocu</a:t>
            </a:r>
            <a:r>
              <a:rPr lang="sr-Latn-RS" dirty="0"/>
              <a:t> regularnih izraza u odnosu na </a:t>
            </a:r>
            <a:r>
              <a:rPr lang="sr-Latn-RS" dirty="0" err="1"/>
              <a:t>find</a:t>
            </a:r>
            <a:r>
              <a:rPr lang="sr-Latn-RS" dirty="0"/>
              <a:t> komandu.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 err="1"/>
              <a:t>Locate</a:t>
            </a:r>
            <a:r>
              <a:rPr lang="sr-Latn-RS" dirty="0"/>
              <a:t> je mnogo brzi zato sto vrsi indeksiranje svih datoteka u </a:t>
            </a:r>
            <a:r>
              <a:rPr lang="sr-Latn-RS" dirty="0" err="1"/>
              <a:t>predvidjenim</a:t>
            </a:r>
            <a:r>
              <a:rPr lang="sr-Latn-RS" dirty="0"/>
              <a:t> bazama podataka koje se </a:t>
            </a:r>
            <a:r>
              <a:rPr lang="sr-Latn-RS" dirty="0" err="1"/>
              <a:t>periodicno</a:t>
            </a:r>
            <a:r>
              <a:rPr lang="sr-Latn-RS" dirty="0"/>
              <a:t> </a:t>
            </a:r>
            <a:r>
              <a:rPr lang="sr-Latn-RS" dirty="0" err="1"/>
              <a:t>osvjezavaju</a:t>
            </a:r>
            <a:endParaRPr lang="sr-Latn-R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 err="1"/>
              <a:t>gind</a:t>
            </a:r>
            <a:r>
              <a:rPr lang="sr-Latn-RS" dirty="0"/>
              <a:t> je bolje koristiti za nove datoteke</a:t>
            </a:r>
            <a:endParaRPr dirty="0"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40FA1B08-684D-A8B5-9EBF-9351742600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3440956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8F3BED82-DA47-7B35-8E58-841D9A5E1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831BDC97-DC47-883F-464D-B915202FFD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2C1003F8-4C53-0871-82D5-16C319E6F0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5180466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70AD56AB-D7C2-BFB3-5359-43D9E6090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B1B3F050-A665-148D-3FC9-F5C5FE46C9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15B79B2B-3975-7E8E-8F31-9CE0C3FDD5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9708635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112A5DB8-11F7-DC3C-E274-123C7FCA2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5815BC3D-3133-37F1-626C-14CEE7B98A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BE555D3B-FF1A-0976-AEF8-19605F31EF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2717145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79CE61C6-FFD8-9306-B1D9-90B8916A3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40B300E7-1C94-A422-1C78-19740480CC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24E1F275-3DBE-3F19-BB01-37448750B7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6547598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1E375D24-E59B-C88F-B0F2-3E10928A9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A3A0B551-7532-7672-8D1F-0D1B9901A2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EA4CEE1F-A87A-C1BB-2840-D8A447FF98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1128710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2F519B4A-19B6-3C5D-29AD-7F6AEEADB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1F6E2CB7-B22A-4E1A-2B8B-6E37BFEB89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4A26E34B-6C36-A526-BC8D-A0940DB8F5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5850269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0EF443E4-9069-642E-C983-174500E29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41D6E7F7-9167-8E09-4D7D-8AC303B37D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04041987-57AF-3545-7D37-D2C3086FFF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8681308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632672DB-D7AA-AC28-D70F-E24064D60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B32F7B3C-2235-DCAF-F84B-B37671FB53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6F8C2766-A2D8-6DAA-5B30-B21D9E6AD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2255536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E237E74C-FCEF-16AA-16B8-EB4CA9127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CD1DFE8D-6C86-D9E8-8CA4-DC703C9CE0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72FA97D9-AEF6-FCC1-FFB0-81E10A926A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5455735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CC94C3EE-D2ED-FE6D-7BD0-C3F17E6A4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09E225A7-1885-3AEF-74C3-92F1C0554B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DBF0D5DD-6C7F-9281-4CC2-4B76DB780F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4682774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0DF2A88D-4C33-F49D-9923-319863071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6F6A757D-6C63-899A-9264-00A6BAB74D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A81B2BA8-A381-E5F2-0940-DC10F4E6B1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0396818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212FD8AC-9925-C6EE-BFA6-77A2F8ED5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08EAB440-04D8-417F-AD29-DAF060C3B4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8F1BEEE8-2789-0DF3-9E1C-0319528383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5141962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2279D4A3-3961-A72B-E7C4-96F0329C7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660B825D-D37D-7A81-CFBC-CD5C895386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DCF24887-825C-EDB9-666F-3207D4C71B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0068468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20E34754-E6E0-EDEA-5D2A-0E50B22BB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A358ABE8-2693-4885-45B8-F84ABA1872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5D615962-7AFF-874B-9494-6FA1CFD225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4081401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6515F83A-B7CE-B54C-7B04-354A2B031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455CB853-FE73-ECDD-FD05-89E8B908F9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7B7CDFD9-9603-97AF-4190-E6FCB31DA4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0242150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85F21775-854D-ECED-0249-2160E9479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A83284D0-4F37-EFD7-5E0B-6A343708B5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21DCD953-2723-4D08-903B-53FF0E6A17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5240951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E266BE78-2D00-1FA1-1CF8-3493354E7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50251A9F-C513-6EDC-4DC8-2ECC5945C5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FFA8678F-84B1-528D-07BD-50CF731607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47325361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53DA3AEE-8728-70BC-999E-98C7D7A19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39A32717-FF9D-93C8-6239-9801D72F23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B89D0978-22ED-32F2-592A-C504AA8857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2467623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7D228148-DB6A-E2B2-C9A4-A4BB8F186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34485B57-658B-FCA2-6EDD-A6BE7D675A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33168F1B-3A55-6376-ED59-C5F9684EF0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7237215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9DE610F0-AA13-F78A-0408-046060578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330811ED-BBCC-4F35-7E4F-5288908C26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6D5BC8E3-2231-64F1-2550-08D606F84E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48792826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0CBD6DA7-FC2B-8F22-84B2-4A9FE4952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0908D232-C26C-C716-CB14-6C6F066F86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0690884D-0D2F-7747-DEAC-F6A2CA1713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5104763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922EADD7-B521-B0EA-63B7-186D481E8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B26BCF06-C4F8-F16A-7C13-92FCB29245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28650" lvl="1" indent="-1714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sr-Latn-BA" dirty="0"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EF79F297-9CB1-D1E0-590A-044C9513A1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14533846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9AAAADAC-0D42-8B6C-FD06-F33D071D5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40494D11-6F70-E171-7B88-2BF4662255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947F3465-E00D-E6E2-92F3-D6FA8EA1C7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40766158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B9653C4D-6D73-70AD-9D12-EF65FD84F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53B900F1-BD17-0E72-5FF9-44C77D4336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95A1C72A-86EF-0E1F-C60E-0BDFDDBEA3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30805882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92C8622D-5996-F53D-8A74-509761BFB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5CBE21B7-4A86-80F7-23D5-4FB90FE5CB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13806E52-87CE-4FC2-A862-052FF5EF12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80600715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BFCEC5F5-E78A-6B6C-E049-B8723319E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3155F23C-E300-BF02-5EA4-9C5B2882ED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87167597-A6CF-7762-BEC9-CB29FC61B5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29481801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4FD69547-A4A4-CC87-8840-5E2E9E842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C2B8E00B-F59E-0A34-DC40-ED14253F20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1CA4BA6D-8EFD-22BC-1A21-40EDA298F0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310568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hapter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yellow and purple design&#10;&#10;Description automatically generated">
            <a:extLst>
              <a:ext uri="{FF2B5EF4-FFF2-40B4-BE49-F238E27FC236}">
                <a16:creationId xmlns:a16="http://schemas.microsoft.com/office/drawing/2014/main" id="{B2409685-0B18-589F-F144-E7B8CF218A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7442" y="652504"/>
            <a:ext cx="801704" cy="64932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F7D5B59-81C9-124B-B96A-153B87F03C96}"/>
              </a:ext>
            </a:extLst>
          </p:cNvPr>
          <p:cNvSpPr/>
          <p:nvPr userDrawn="1"/>
        </p:nvSpPr>
        <p:spPr>
          <a:xfrm>
            <a:off x="0" y="685800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D964AC-6265-149D-7A9F-102799068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B734BF-2677-5A1D-2779-5B2790522C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2214"/>
            <a:ext cx="12192000" cy="405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498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8E10D402-2B55-F000-AABA-DD5EFB80CB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1A89739-5365-713D-C152-618B429E6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A05E251A-43FB-707C-D054-89564518E9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5312" y="2380768"/>
            <a:ext cx="4905375" cy="10937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lang="en-GB" sz="2000" b="0" i="0" kern="1200" dirty="0" smtClean="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indent="0">
              <a:buNone/>
              <a:defRPr lang="en-GB" sz="2000" kern="1200" dirty="0" smtClean="0">
                <a:solidFill>
                  <a:schemeClr val="bg1"/>
                </a:solidFill>
                <a:latin typeface="Montserrat "/>
                <a:ea typeface="+mn-ea"/>
                <a:cs typeface="+mn-cs"/>
              </a:defRPr>
            </a:lvl2pPr>
            <a:lvl3pPr marL="914400" indent="0">
              <a:buNone/>
              <a:defRPr lang="en-GB" sz="2000" kern="1200" dirty="0" smtClean="0">
                <a:solidFill>
                  <a:schemeClr val="tx1"/>
                </a:solidFill>
                <a:latin typeface="Montserrat "/>
                <a:ea typeface="+mn-ea"/>
                <a:cs typeface="+mn-cs"/>
              </a:defRPr>
            </a:lvl3pPr>
            <a:lvl4pPr marL="1371600" indent="0">
              <a:buNone/>
              <a:defRPr lang="en-GB" sz="2000" kern="1200" dirty="0" smtClean="0">
                <a:solidFill>
                  <a:schemeClr val="tx1"/>
                </a:solidFill>
                <a:latin typeface="Montserrat "/>
                <a:ea typeface="+mn-ea"/>
                <a:cs typeface="+mn-cs"/>
              </a:defRPr>
            </a:lvl4pPr>
            <a:lvl5pPr marL="1828800" indent="0">
              <a:buNone/>
              <a:defRPr lang="en-AU" sz="2000" kern="1200" dirty="0">
                <a:solidFill>
                  <a:schemeClr val="tx1"/>
                </a:solidFill>
                <a:latin typeface="Montserrat 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9F6BB53-965E-F4CB-810B-59A0CBF76CA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4026" y="1130400"/>
            <a:ext cx="8334375" cy="39528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ct val="0"/>
              </a:spcBef>
              <a:buFontTx/>
              <a:buNone/>
              <a:defRPr lang="en-GB" sz="1400" kern="1200" dirty="0" smtClean="0">
                <a:solidFill>
                  <a:srgbClr val="7B6C93"/>
                </a:solidFill>
                <a:latin typeface="Montserrat Medium" panose="00000600000000000000" pitchFamily="50" charset="-18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30000"/>
              </a:lnSpc>
              <a:spcBef>
                <a:spcPct val="0"/>
              </a:spcBef>
              <a:buFontTx/>
              <a:buNone/>
              <a:defRPr lang="en-GB" sz="1400" kern="1200" dirty="0" smtClean="0">
                <a:solidFill>
                  <a:srgbClr val="7B6C93"/>
                </a:solidFill>
                <a:latin typeface="Montserrat Medium" panose="00000600000000000000" pitchFamily="50" charset="-18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30000"/>
              </a:lnSpc>
              <a:spcBef>
                <a:spcPct val="0"/>
              </a:spcBef>
              <a:buFontTx/>
              <a:buNone/>
              <a:defRPr lang="en-GB" sz="1400" kern="1200" dirty="0" smtClean="0">
                <a:solidFill>
                  <a:srgbClr val="7B6C93"/>
                </a:solidFill>
                <a:latin typeface="Montserrat Medium" panose="00000600000000000000" pitchFamily="50" charset="-18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30000"/>
              </a:lnSpc>
              <a:spcBef>
                <a:spcPct val="0"/>
              </a:spcBef>
              <a:buFontTx/>
              <a:buNone/>
              <a:defRPr lang="en-GB" sz="1400" kern="1200" dirty="0" smtClean="0">
                <a:solidFill>
                  <a:srgbClr val="7B6C93"/>
                </a:solidFill>
                <a:latin typeface="Montserrat Medium" panose="00000600000000000000" pitchFamily="50" charset="-18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30000"/>
              </a:lnSpc>
              <a:spcBef>
                <a:spcPct val="0"/>
              </a:spcBef>
              <a:buFontTx/>
              <a:buNone/>
              <a:defRPr lang="en-AU" sz="1400" kern="1200" dirty="0">
                <a:solidFill>
                  <a:srgbClr val="7B6C93"/>
                </a:solidFill>
                <a:latin typeface="Montserrat Medium" panose="00000600000000000000" pitchFamily="50" charset="-18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B6EBA1-29E7-2ED9-4425-335019AD6293}"/>
              </a:ext>
            </a:extLst>
          </p:cNvPr>
          <p:cNvSpPr/>
          <p:nvPr userDrawn="1"/>
        </p:nvSpPr>
        <p:spPr>
          <a:xfrm>
            <a:off x="0" y="685800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1566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pter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47D25E-1765-4BC2-802A-3E2506C18B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76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A7AD8E95-45BA-4C04-8CC3-EB96453974FC}" type="datetimeFigureOut">
              <a:rPr lang="de-DE" smtClean="0"/>
              <a:t>06.07.2026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EE2784-34B4-470E-8AA7-C12DE09BC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AF132E-F26E-4982-B862-B53885C6F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2601" y="6356350"/>
            <a:ext cx="2684437" cy="365125"/>
          </a:xfrm>
          <a:prstGeom prst="rect">
            <a:avLst/>
          </a:prstGeom>
        </p:spPr>
        <p:txBody>
          <a:bodyPr/>
          <a:lstStyle/>
          <a:p>
            <a:fld id="{BEAC69F9-5B76-4F4F-BCB6-0EE1676C1350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1A89739-5365-713D-C152-618B429E6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DD4C60-D227-B87A-8F5F-885580AD760C}"/>
              </a:ext>
            </a:extLst>
          </p:cNvPr>
          <p:cNvSpPr/>
          <p:nvPr userDrawn="1"/>
        </p:nvSpPr>
        <p:spPr>
          <a:xfrm>
            <a:off x="0" y="685800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8E10D402-2B55-F000-AABA-DD5EFB80CB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829374"/>
            <a:ext cx="12192000" cy="40514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3454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pter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1A89739-5365-713D-C152-618B429E6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DD4C60-D227-B87A-8F5F-885580AD760C}"/>
              </a:ext>
            </a:extLst>
          </p:cNvPr>
          <p:cNvSpPr/>
          <p:nvPr userDrawn="1"/>
        </p:nvSpPr>
        <p:spPr>
          <a:xfrm>
            <a:off x="0" y="685800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8E10D402-2B55-F000-AABA-DD5EFB80CB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957070"/>
            <a:ext cx="12192000" cy="35153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49053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one_column_one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7">
            <a:extLst>
              <a:ext uri="{FF2B5EF4-FFF2-40B4-BE49-F238E27FC236}">
                <a16:creationId xmlns:a16="http://schemas.microsoft.com/office/drawing/2014/main" id="{0685861D-A5DC-724F-F265-EE87640B5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716400"/>
            <a:ext cx="8334401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388A73-C87D-CBEA-5D21-0230A6C26C0B}"/>
              </a:ext>
            </a:extLst>
          </p:cNvPr>
          <p:cNvSpPr/>
          <p:nvPr userDrawn="1"/>
        </p:nvSpPr>
        <p:spPr>
          <a:xfrm>
            <a:off x="0" y="685800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AD3EB16-298F-D22F-0771-AF09053CEA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600" y="1502233"/>
            <a:ext cx="3835402" cy="4287658"/>
          </a:xfrm>
          <a:prstGeom prst="rect">
            <a:avLst/>
          </a:prstGeom>
        </p:spPr>
        <p:txBody>
          <a:bodyPr/>
          <a:lstStyle>
            <a:lvl1pPr marL="179388" indent="-179388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36576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54864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73152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91440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E4BAD798-986F-F6AE-D4F1-A5C00EABE3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84863" y="1504706"/>
            <a:ext cx="6307137" cy="49492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cxnSp>
        <p:nvCxnSpPr>
          <p:cNvPr id="23" name="Google Shape;803;p31">
            <a:extLst>
              <a:ext uri="{FF2B5EF4-FFF2-40B4-BE49-F238E27FC236}">
                <a16:creationId xmlns:a16="http://schemas.microsoft.com/office/drawing/2014/main" id="{77A6DF7E-1311-C47D-8E98-CC369B58A79D}"/>
              </a:ext>
            </a:extLst>
          </p:cNvPr>
          <p:cNvCxnSpPr>
            <a:cxnSpLocks/>
          </p:cNvCxnSpPr>
          <p:nvPr userDrawn="1"/>
        </p:nvCxnSpPr>
        <p:spPr>
          <a:xfrm>
            <a:off x="5883349" y="1767570"/>
            <a:ext cx="0" cy="4577668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14901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287064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wo_columns_wide_picture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7">
            <a:extLst>
              <a:ext uri="{FF2B5EF4-FFF2-40B4-BE49-F238E27FC236}">
                <a16:creationId xmlns:a16="http://schemas.microsoft.com/office/drawing/2014/main" id="{0685861D-A5DC-724F-F265-EE87640B5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716400"/>
            <a:ext cx="8334401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388A73-C87D-CBEA-5D21-0230A6C26C0B}"/>
              </a:ext>
            </a:extLst>
          </p:cNvPr>
          <p:cNvSpPr/>
          <p:nvPr userDrawn="1"/>
        </p:nvSpPr>
        <p:spPr>
          <a:xfrm>
            <a:off x="0" y="685800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DFABF063-9440-44AF-A095-65161B35A0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1601" y="3923646"/>
            <a:ext cx="11067825" cy="244803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178DDA40-2937-2060-86FD-E84987AF8C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1600" y="1512625"/>
            <a:ext cx="6202052" cy="1982508"/>
          </a:xfrm>
          <a:prstGeom prst="rect">
            <a:avLst/>
          </a:prstGeom>
        </p:spPr>
        <p:txBody>
          <a:bodyPr/>
          <a:lstStyle>
            <a:lvl1pPr marL="179388" indent="-179388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36576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54864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73152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91440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B45EF523-1BDB-6D18-1CBD-6F133DE9442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31623" y="1512625"/>
            <a:ext cx="4797803" cy="1982508"/>
          </a:xfrm>
          <a:prstGeom prst="rect">
            <a:avLst/>
          </a:prstGeom>
        </p:spPr>
        <p:txBody>
          <a:bodyPr/>
          <a:lstStyle>
            <a:lvl1pPr marL="179388" indent="-179388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36576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54864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73152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91440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956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_main_sides_with_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7">
            <a:extLst>
              <a:ext uri="{FF2B5EF4-FFF2-40B4-BE49-F238E27FC236}">
                <a16:creationId xmlns:a16="http://schemas.microsoft.com/office/drawing/2014/main" id="{0685861D-A5DC-724F-F265-EE87640B59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0" y="716400"/>
            <a:ext cx="4850860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388A73-C87D-CBEA-5D21-0230A6C26C0B}"/>
              </a:ext>
            </a:extLst>
          </p:cNvPr>
          <p:cNvSpPr/>
          <p:nvPr userDrawn="1"/>
        </p:nvSpPr>
        <p:spPr>
          <a:xfrm>
            <a:off x="0" y="685800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  <p:cxnSp>
        <p:nvCxnSpPr>
          <p:cNvPr id="2" name="Google Shape;673;p26">
            <a:extLst>
              <a:ext uri="{FF2B5EF4-FFF2-40B4-BE49-F238E27FC236}">
                <a16:creationId xmlns:a16="http://schemas.microsoft.com/office/drawing/2014/main" id="{AD088C62-69E6-464F-2318-7751112906F5}"/>
              </a:ext>
            </a:extLst>
          </p:cNvPr>
          <p:cNvCxnSpPr/>
          <p:nvPr userDrawn="1"/>
        </p:nvCxnSpPr>
        <p:spPr>
          <a:xfrm>
            <a:off x="630260" y="4319540"/>
            <a:ext cx="4372356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14901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676;p26">
            <a:extLst>
              <a:ext uri="{FF2B5EF4-FFF2-40B4-BE49-F238E27FC236}">
                <a16:creationId xmlns:a16="http://schemas.microsoft.com/office/drawing/2014/main" id="{6D28AADD-7C01-C6E5-C5CE-839E262FD85E}"/>
              </a:ext>
            </a:extLst>
          </p:cNvPr>
          <p:cNvSpPr/>
          <p:nvPr userDrawn="1"/>
        </p:nvSpPr>
        <p:spPr>
          <a:xfrm>
            <a:off x="6088056" y="962"/>
            <a:ext cx="3600" cy="685800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A4C7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" name="Google Shape;703;p26">
            <a:extLst>
              <a:ext uri="{FF2B5EF4-FFF2-40B4-BE49-F238E27FC236}">
                <a16:creationId xmlns:a16="http://schemas.microsoft.com/office/drawing/2014/main" id="{5E9E955E-55C8-68CF-B0E8-50CBEEDF7B72}"/>
              </a:ext>
            </a:extLst>
          </p:cNvPr>
          <p:cNvCxnSpPr/>
          <p:nvPr userDrawn="1"/>
        </p:nvCxnSpPr>
        <p:spPr>
          <a:xfrm>
            <a:off x="6660542" y="4319540"/>
            <a:ext cx="4372356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14901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" name="Google Shape;674;p26">
            <a:extLst>
              <a:ext uri="{FF2B5EF4-FFF2-40B4-BE49-F238E27FC236}">
                <a16:creationId xmlns:a16="http://schemas.microsoft.com/office/drawing/2014/main" id="{F9F39DE9-DC97-3B85-3889-757BC8B652A8}"/>
              </a:ext>
            </a:extLst>
          </p:cNvPr>
          <p:cNvSpPr/>
          <p:nvPr userDrawn="1"/>
        </p:nvSpPr>
        <p:spPr>
          <a:xfrm>
            <a:off x="6091143" y="689830"/>
            <a:ext cx="76201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A4C7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59A5786E-5F6C-CDF1-0385-445C395DAF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1599" y="1502233"/>
            <a:ext cx="4858806" cy="2723288"/>
          </a:xfrm>
          <a:prstGeom prst="rect">
            <a:avLst/>
          </a:prstGeom>
        </p:spPr>
        <p:txBody>
          <a:bodyPr/>
          <a:lstStyle>
            <a:lvl1pPr marL="179388" indent="-179388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36576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54864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73152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91440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D9C3908-8FE0-AF03-C74B-679C9DDC3E3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59307" y="1501200"/>
            <a:ext cx="4858806" cy="2723288"/>
          </a:xfrm>
          <a:prstGeom prst="rect">
            <a:avLst/>
          </a:prstGeom>
        </p:spPr>
        <p:txBody>
          <a:bodyPr/>
          <a:lstStyle>
            <a:lvl1pPr marL="179388" indent="-179388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36576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54864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73152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91440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A440736-F447-6DEA-A646-80F4D62D2AD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71594" y="716400"/>
            <a:ext cx="4858806" cy="47529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500">
                <a:solidFill>
                  <a:srgbClr val="44546A"/>
                </a:solidFill>
                <a:latin typeface="Montserrat Medium" pitchFamily="2" charset="-18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588496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_main_sides_with_line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7">
            <a:extLst>
              <a:ext uri="{FF2B5EF4-FFF2-40B4-BE49-F238E27FC236}">
                <a16:creationId xmlns:a16="http://schemas.microsoft.com/office/drawing/2014/main" id="{0685861D-A5DC-724F-F265-EE87640B59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0" y="716400"/>
            <a:ext cx="4850860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388A73-C87D-CBEA-5D21-0230A6C26C0B}"/>
              </a:ext>
            </a:extLst>
          </p:cNvPr>
          <p:cNvSpPr/>
          <p:nvPr userDrawn="1"/>
        </p:nvSpPr>
        <p:spPr>
          <a:xfrm>
            <a:off x="0" y="685800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  <p:cxnSp>
        <p:nvCxnSpPr>
          <p:cNvPr id="2" name="Google Shape;673;p26">
            <a:extLst>
              <a:ext uri="{FF2B5EF4-FFF2-40B4-BE49-F238E27FC236}">
                <a16:creationId xmlns:a16="http://schemas.microsoft.com/office/drawing/2014/main" id="{AD088C62-69E6-464F-2318-7751112906F5}"/>
              </a:ext>
            </a:extLst>
          </p:cNvPr>
          <p:cNvCxnSpPr/>
          <p:nvPr userDrawn="1"/>
        </p:nvCxnSpPr>
        <p:spPr>
          <a:xfrm>
            <a:off x="630260" y="4319540"/>
            <a:ext cx="4372356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14901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676;p26">
            <a:extLst>
              <a:ext uri="{FF2B5EF4-FFF2-40B4-BE49-F238E27FC236}">
                <a16:creationId xmlns:a16="http://schemas.microsoft.com/office/drawing/2014/main" id="{6D28AADD-7C01-C6E5-C5CE-839E262FD85E}"/>
              </a:ext>
            </a:extLst>
          </p:cNvPr>
          <p:cNvSpPr/>
          <p:nvPr userDrawn="1"/>
        </p:nvSpPr>
        <p:spPr>
          <a:xfrm>
            <a:off x="6088056" y="962"/>
            <a:ext cx="3600" cy="685800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A4C7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" name="Google Shape;703;p26">
            <a:extLst>
              <a:ext uri="{FF2B5EF4-FFF2-40B4-BE49-F238E27FC236}">
                <a16:creationId xmlns:a16="http://schemas.microsoft.com/office/drawing/2014/main" id="{5E9E955E-55C8-68CF-B0E8-50CBEEDF7B72}"/>
              </a:ext>
            </a:extLst>
          </p:cNvPr>
          <p:cNvCxnSpPr/>
          <p:nvPr userDrawn="1"/>
        </p:nvCxnSpPr>
        <p:spPr>
          <a:xfrm>
            <a:off x="6660542" y="4319540"/>
            <a:ext cx="4372356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14901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" name="Google Shape;674;p26">
            <a:extLst>
              <a:ext uri="{FF2B5EF4-FFF2-40B4-BE49-F238E27FC236}">
                <a16:creationId xmlns:a16="http://schemas.microsoft.com/office/drawing/2014/main" id="{F9F39DE9-DC97-3B85-3889-757BC8B652A8}"/>
              </a:ext>
            </a:extLst>
          </p:cNvPr>
          <p:cNvSpPr/>
          <p:nvPr userDrawn="1"/>
        </p:nvSpPr>
        <p:spPr>
          <a:xfrm>
            <a:off x="6091143" y="689830"/>
            <a:ext cx="76201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A4C7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CB6DAC27-03FD-3DBA-E795-67216C5D7F3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2850104"/>
            <a:ext cx="6096000" cy="40078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53DD91F-074A-FD2D-157A-2A506DE9AD3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1599" y="1502233"/>
            <a:ext cx="4858806" cy="2723288"/>
          </a:xfrm>
          <a:prstGeom prst="rect">
            <a:avLst/>
          </a:prstGeom>
        </p:spPr>
        <p:txBody>
          <a:bodyPr/>
          <a:lstStyle>
            <a:lvl1pPr marL="179388" indent="-179388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36576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54864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73152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91440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1AA2270C-1215-4FA9-143D-A0510BFC225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59307" y="1501200"/>
            <a:ext cx="4858806" cy="2723288"/>
          </a:xfrm>
          <a:prstGeom prst="rect">
            <a:avLst/>
          </a:prstGeom>
        </p:spPr>
        <p:txBody>
          <a:bodyPr/>
          <a:lstStyle>
            <a:lvl1pPr marL="179388" indent="-179388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36576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54864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73152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91440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3E79380-9C42-797D-9C21-7C789D0646A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71594" y="716400"/>
            <a:ext cx="4858806" cy="47529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500">
                <a:solidFill>
                  <a:srgbClr val="44546A"/>
                </a:solidFill>
                <a:latin typeface="Montserrat Medium" pitchFamily="2" charset="-18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63431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half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7">
            <a:extLst>
              <a:ext uri="{FF2B5EF4-FFF2-40B4-BE49-F238E27FC236}">
                <a16:creationId xmlns:a16="http://schemas.microsoft.com/office/drawing/2014/main" id="{0685861D-A5DC-724F-F265-EE87640B5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716400"/>
            <a:ext cx="8334401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388A73-C87D-CBEA-5D21-0230A6C26C0B}"/>
              </a:ext>
            </a:extLst>
          </p:cNvPr>
          <p:cNvSpPr/>
          <p:nvPr userDrawn="1"/>
        </p:nvSpPr>
        <p:spPr>
          <a:xfrm>
            <a:off x="0" y="685800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E4BAD798-986F-F6AE-D4F1-A5C00EABE3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12589" y="15888"/>
            <a:ext cx="6379412" cy="68262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3370C764-056F-A318-A889-900FF7F2EB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600" y="1502233"/>
            <a:ext cx="3835402" cy="4287658"/>
          </a:xfrm>
          <a:prstGeom prst="rect">
            <a:avLst/>
          </a:prstGeom>
        </p:spPr>
        <p:txBody>
          <a:bodyPr/>
          <a:lstStyle>
            <a:lvl1pPr marL="179388" indent="-179388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36576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54864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73152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91440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6766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one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7">
            <a:extLst>
              <a:ext uri="{FF2B5EF4-FFF2-40B4-BE49-F238E27FC236}">
                <a16:creationId xmlns:a16="http://schemas.microsoft.com/office/drawing/2014/main" id="{0685861D-A5DC-724F-F265-EE87640B5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716400"/>
            <a:ext cx="8334401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388A73-C87D-CBEA-5D21-0230A6C26C0B}"/>
              </a:ext>
            </a:extLst>
          </p:cNvPr>
          <p:cNvSpPr/>
          <p:nvPr userDrawn="1"/>
        </p:nvSpPr>
        <p:spPr>
          <a:xfrm>
            <a:off x="0" y="685800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020E455-2123-FCF4-64AA-7F5F304D9A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1599" y="1502233"/>
            <a:ext cx="11068427" cy="4741824"/>
          </a:xfrm>
          <a:prstGeom prst="rect">
            <a:avLst/>
          </a:prstGeom>
        </p:spPr>
        <p:txBody>
          <a:bodyPr/>
          <a:lstStyle>
            <a:lvl1pPr marL="179388" indent="-179388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36576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54864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73152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91440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0909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wo_columns_wide_picture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B1890-0505-5B85-B6CC-AC6BE9641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6501A1-1B6A-DFDA-CA07-2CDD50A95D21}"/>
              </a:ext>
            </a:extLst>
          </p:cNvPr>
          <p:cNvSpPr/>
          <p:nvPr userDrawn="1"/>
        </p:nvSpPr>
        <p:spPr>
          <a:xfrm>
            <a:off x="0" y="685800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  <p:sp>
        <p:nvSpPr>
          <p:cNvPr id="7" name="Bildplatzhalter 8">
            <a:extLst>
              <a:ext uri="{FF2B5EF4-FFF2-40B4-BE49-F238E27FC236}">
                <a16:creationId xmlns:a16="http://schemas.microsoft.com/office/drawing/2014/main" id="{D72C1A4C-3F11-B433-9A9A-3106D830B63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1600" y="3524493"/>
            <a:ext cx="11295438" cy="23563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00E52722-B650-EF2F-EE85-3572EE52A73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1599" y="1502233"/>
            <a:ext cx="7042593" cy="1982508"/>
          </a:xfrm>
          <a:prstGeom prst="rect">
            <a:avLst/>
          </a:prstGeom>
        </p:spPr>
        <p:txBody>
          <a:bodyPr/>
          <a:lstStyle>
            <a:lvl1pPr marL="179388" indent="-179388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36576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54864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73152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91440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71BBE216-7AF3-A9D1-41F4-65AE0C6129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812911" y="1502233"/>
            <a:ext cx="4044127" cy="1982508"/>
          </a:xfrm>
          <a:prstGeom prst="rect">
            <a:avLst/>
          </a:prstGeom>
        </p:spPr>
        <p:txBody>
          <a:bodyPr/>
          <a:lstStyle>
            <a:lvl1pPr marL="179388" indent="-179388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36576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54864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73152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91440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9569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wo_columns_wide_pictur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B1890-0505-5B85-B6CC-AC6BE9641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6501A1-1B6A-DFDA-CA07-2CDD50A95D21}"/>
              </a:ext>
            </a:extLst>
          </p:cNvPr>
          <p:cNvSpPr/>
          <p:nvPr userDrawn="1"/>
        </p:nvSpPr>
        <p:spPr>
          <a:xfrm>
            <a:off x="0" y="685800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  <p:sp>
        <p:nvSpPr>
          <p:cNvPr id="7" name="Bildplatzhalter 8">
            <a:extLst>
              <a:ext uri="{FF2B5EF4-FFF2-40B4-BE49-F238E27FC236}">
                <a16:creationId xmlns:a16="http://schemas.microsoft.com/office/drawing/2014/main" id="{D72C1A4C-3F11-B433-9A9A-3106D830B63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1600" y="4218039"/>
            <a:ext cx="11295438" cy="16627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4A95CECB-8A09-DF5E-D265-FEDBE78266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1599" y="1502233"/>
            <a:ext cx="3971925" cy="2723288"/>
          </a:xfrm>
          <a:prstGeom prst="rect">
            <a:avLst/>
          </a:prstGeom>
        </p:spPr>
        <p:txBody>
          <a:bodyPr/>
          <a:lstStyle>
            <a:lvl1pPr marL="179388" indent="-179388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36576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54864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73152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91440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28A5161D-A181-7E21-F6E4-ACF2E2DBC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99001" y="1502233"/>
            <a:ext cx="4197000" cy="2723288"/>
          </a:xfrm>
          <a:prstGeom prst="rect">
            <a:avLst/>
          </a:prstGeom>
        </p:spPr>
        <p:txBody>
          <a:bodyPr/>
          <a:lstStyle>
            <a:lvl1pPr marL="179388" indent="-179388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36576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54864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73152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91440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54881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roduct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7">
            <a:extLst>
              <a:ext uri="{FF2B5EF4-FFF2-40B4-BE49-F238E27FC236}">
                <a16:creationId xmlns:a16="http://schemas.microsoft.com/office/drawing/2014/main" id="{0685861D-A5DC-724F-F265-EE87640B5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716400"/>
            <a:ext cx="8334401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388A73-C87D-CBEA-5D21-0230A6C26C0B}"/>
              </a:ext>
            </a:extLst>
          </p:cNvPr>
          <p:cNvSpPr/>
          <p:nvPr userDrawn="1"/>
        </p:nvSpPr>
        <p:spPr>
          <a:xfrm>
            <a:off x="0" y="685800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E4BAD798-986F-F6AE-D4F1-A5C00EABE3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84863" y="4107542"/>
            <a:ext cx="6307137" cy="234643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69B67171-E087-1EB1-2D04-A6965146C7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600" y="1502233"/>
            <a:ext cx="3835402" cy="4287658"/>
          </a:xfrm>
          <a:prstGeom prst="rect">
            <a:avLst/>
          </a:prstGeom>
        </p:spPr>
        <p:txBody>
          <a:bodyPr/>
          <a:lstStyle>
            <a:lvl1pPr marL="179388" indent="-179388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36576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54864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73152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91440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0D91C275-F53D-AA76-9E96-109FBEF4A8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84863" y="1502232"/>
            <a:ext cx="5745161" cy="2201087"/>
          </a:xfrm>
          <a:prstGeom prst="rect">
            <a:avLst/>
          </a:prstGeom>
        </p:spPr>
        <p:txBody>
          <a:bodyPr/>
          <a:lstStyle>
            <a:lvl1pPr marL="179388" indent="-179388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36576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54864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73152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91440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61480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8">
            <a:extLst>
              <a:ext uri="{FF2B5EF4-FFF2-40B4-BE49-F238E27FC236}">
                <a16:creationId xmlns:a16="http://schemas.microsoft.com/office/drawing/2014/main" id="{8E4CB7D4-62E9-4B23-24E5-44ED5E118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716400"/>
            <a:ext cx="8334401" cy="478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7AFD72-2408-41BD-E4DA-C6571F18D259}"/>
              </a:ext>
            </a:extLst>
          </p:cNvPr>
          <p:cNvSpPr/>
          <p:nvPr userDrawn="1"/>
        </p:nvSpPr>
        <p:spPr>
          <a:xfrm>
            <a:off x="0" y="685800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7D3F6776-B417-9CC1-9AA2-76A057AB41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1600" y="1502233"/>
            <a:ext cx="8334400" cy="1983541"/>
          </a:xfrm>
          <a:prstGeom prst="rect">
            <a:avLst/>
          </a:prstGeom>
        </p:spPr>
        <p:txBody>
          <a:bodyPr/>
          <a:lstStyle>
            <a:lvl1pPr marL="179388" indent="-179388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36576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54864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73152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914400" indent="-179388">
              <a:lnSpc>
                <a:spcPct val="10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08835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8">
            <a:extLst>
              <a:ext uri="{FF2B5EF4-FFF2-40B4-BE49-F238E27FC236}">
                <a16:creationId xmlns:a16="http://schemas.microsoft.com/office/drawing/2014/main" id="{1A9C98B9-F1BC-3CB5-8909-F2515ADB1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716400"/>
            <a:ext cx="8334401" cy="478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DD5D61-BA45-3A7F-FF96-5C58A316677C}"/>
              </a:ext>
            </a:extLst>
          </p:cNvPr>
          <p:cNvSpPr/>
          <p:nvPr userDrawn="1"/>
        </p:nvSpPr>
        <p:spPr>
          <a:xfrm>
            <a:off x="0" y="685800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96560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8">
            <a:extLst>
              <a:ext uri="{FF2B5EF4-FFF2-40B4-BE49-F238E27FC236}">
                <a16:creationId xmlns:a16="http://schemas.microsoft.com/office/drawing/2014/main" id="{1A9C98B9-F1BC-3CB5-8909-F2515ADB1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716400"/>
            <a:ext cx="8334401" cy="478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F0C41A-7CDD-6304-291F-BB254D684602}"/>
              </a:ext>
            </a:extLst>
          </p:cNvPr>
          <p:cNvSpPr/>
          <p:nvPr userDrawn="1"/>
        </p:nvSpPr>
        <p:spPr>
          <a:xfrm>
            <a:off x="0" y="685800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90AEB067-6552-7CC0-C375-5F5ACFA3E7A3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61600" y="1578694"/>
            <a:ext cx="8334400" cy="1530266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014104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8">
            <a:extLst>
              <a:ext uri="{FF2B5EF4-FFF2-40B4-BE49-F238E27FC236}">
                <a16:creationId xmlns:a16="http://schemas.microsoft.com/office/drawing/2014/main" id="{1A9C98B9-F1BC-3CB5-8909-F2515ADB1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716400"/>
            <a:ext cx="8334401" cy="478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F0C41A-7CDD-6304-291F-BB254D684602}"/>
              </a:ext>
            </a:extLst>
          </p:cNvPr>
          <p:cNvSpPr/>
          <p:nvPr userDrawn="1"/>
        </p:nvSpPr>
        <p:spPr>
          <a:xfrm>
            <a:off x="0" y="685800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0FB38109-5353-88AF-F024-043440AA70F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65556321"/>
              </p:ext>
            </p:extLst>
          </p:nvPr>
        </p:nvGraphicFramePr>
        <p:xfrm>
          <a:off x="561600" y="1711068"/>
          <a:ext cx="8128000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68427116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3437176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8573849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2810083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855034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880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859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587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917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97375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2742353"/>
      </p:ext>
    </p:extLst>
  </p:cSld>
  <p:clrMapOvr>
    <a:masterClrMapping/>
  </p:clrMapOvr>
  <p:transition spd="slow" advTm="2000">
    <p:fade/>
  </p:transition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2;p36">
            <a:extLst>
              <a:ext uri="{FF2B5EF4-FFF2-40B4-BE49-F238E27FC236}">
                <a16:creationId xmlns:a16="http://schemas.microsoft.com/office/drawing/2014/main" id="{15E267B3-27AE-87BC-5A9C-B0D87602245D}"/>
              </a:ext>
            </a:extLst>
          </p:cNvPr>
          <p:cNvSpPr/>
          <p:nvPr userDrawn="1"/>
        </p:nvSpPr>
        <p:spPr>
          <a:xfrm>
            <a:off x="2005722" y="1123950"/>
            <a:ext cx="4270375" cy="4268788"/>
          </a:xfrm>
          <a:prstGeom prst="ellipse">
            <a:avLst/>
          </a:prstGeom>
          <a:solidFill>
            <a:schemeClr val="dk2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DD5D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883;p36">
            <a:extLst>
              <a:ext uri="{FF2B5EF4-FFF2-40B4-BE49-F238E27FC236}">
                <a16:creationId xmlns:a16="http://schemas.microsoft.com/office/drawing/2014/main" id="{CC72077C-8838-5232-98AA-DE6C13342FA7}"/>
              </a:ext>
            </a:extLst>
          </p:cNvPr>
          <p:cNvSpPr/>
          <p:nvPr userDrawn="1"/>
        </p:nvSpPr>
        <p:spPr>
          <a:xfrm rot="-5400000">
            <a:off x="7890919" y="-249369"/>
            <a:ext cx="46037" cy="8568000"/>
          </a:xfrm>
          <a:prstGeom prst="rect">
            <a:avLst/>
          </a:prstGeom>
          <a:solidFill>
            <a:srgbClr val="897C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E60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A69487B6-B072-4CB1-7A31-D30499C1E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2112" y="3532812"/>
            <a:ext cx="8334401" cy="478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548701"/>
      </p:ext>
    </p:extLst>
  </p:cSld>
  <p:clrMapOvr>
    <a:masterClrMapping/>
  </p:clrMapOvr>
  <p:transition spd="slow" advTm="2000">
    <p:fade/>
  </p:transition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1;p39">
            <a:extLst>
              <a:ext uri="{FF2B5EF4-FFF2-40B4-BE49-F238E27FC236}">
                <a16:creationId xmlns:a16="http://schemas.microsoft.com/office/drawing/2014/main" id="{2A50484E-96C3-8F05-1DAC-7B788C194C5A}"/>
              </a:ext>
            </a:extLst>
          </p:cNvPr>
          <p:cNvPicPr preferRelativeResize="0"/>
          <p:nvPr userDrawn="1"/>
        </p:nvPicPr>
        <p:blipFill rotWithShape="1">
          <a:blip r:embed="rId21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DFFAF1FD-AC22-FD8B-893A-C7DED013C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716400"/>
            <a:ext cx="8334401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484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4" r:id="rId2"/>
    <p:sldLayoutId id="2147483649" r:id="rId3"/>
    <p:sldLayoutId id="2147483696" r:id="rId4"/>
    <p:sldLayoutId id="2147483663" r:id="rId5"/>
    <p:sldLayoutId id="2147483698" r:id="rId6"/>
    <p:sldLayoutId id="2147483699" r:id="rId7"/>
    <p:sldLayoutId id="2147483700" r:id="rId8"/>
    <p:sldLayoutId id="2147483697" r:id="rId9"/>
    <p:sldLayoutId id="2147483692" r:id="rId10"/>
    <p:sldLayoutId id="2147483690" r:id="rId11"/>
    <p:sldLayoutId id="2147483693" r:id="rId12"/>
    <p:sldLayoutId id="2147483701" r:id="rId13"/>
    <p:sldLayoutId id="2147483661" r:id="rId14"/>
    <p:sldLayoutId id="2147483669" r:id="rId15"/>
    <p:sldLayoutId id="2147483702" r:id="rId16"/>
    <p:sldLayoutId id="2147483703" r:id="rId17"/>
    <p:sldLayoutId id="2147483704" r:id="rId18"/>
    <p:sldLayoutId id="2147483705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de-DE" sz="2500" kern="1200" dirty="0">
          <a:solidFill>
            <a:schemeClr val="tx2"/>
          </a:solidFill>
          <a:latin typeface="Montserrat Medium" panose="00000600000000000000" pitchFamily="50" charset="-18"/>
          <a:ea typeface="+mn-ea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Montserrat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Montserrat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4">
          <p15:clr>
            <a:srgbClr val="F26B43"/>
          </p15:clr>
        </p15:guide>
        <p15:guide id="2" pos="3840">
          <p15:clr>
            <a:srgbClr val="F26B43"/>
          </p15:clr>
        </p15:guide>
        <p15:guide id="3" pos="3772">
          <p15:clr>
            <a:srgbClr val="F26B43"/>
          </p15:clr>
        </p15:guide>
        <p15:guide id="4" pos="3908">
          <p15:clr>
            <a:srgbClr val="F26B43"/>
          </p15:clr>
        </p15:guide>
        <p15:guide id="5" orient="horz" pos="504">
          <p15:clr>
            <a:srgbClr val="F26B43"/>
          </p15:clr>
        </p15:guide>
        <p15:guide id="6" orient="horz" pos="663">
          <p15:clr>
            <a:srgbClr val="F26B43"/>
          </p15:clr>
        </p15:guide>
        <p15:guide id="7" orient="horz" pos="822">
          <p15:clr>
            <a:srgbClr val="F26B43"/>
          </p15:clr>
        </p15:guide>
        <p15:guide id="9" pos="7469">
          <p15:clr>
            <a:srgbClr val="F26B43"/>
          </p15:clr>
        </p15:guide>
        <p15:guide id="10" orient="horz" pos="3838">
          <p15:clr>
            <a:srgbClr val="F26B43"/>
          </p15:clr>
        </p15:guide>
        <p15:guide id="11" pos="211">
          <p15:clr>
            <a:srgbClr val="F26B43"/>
          </p15:clr>
        </p15:guide>
        <p15:guide id="12" pos="2547">
          <p15:clr>
            <a:srgbClr val="F26B43"/>
          </p15:clr>
        </p15:guide>
        <p15:guide id="13" pos="2683">
          <p15:clr>
            <a:srgbClr val="F26B43"/>
          </p15:clr>
        </p15:guide>
        <p15:guide id="14" pos="5019">
          <p15:clr>
            <a:srgbClr val="F26B43"/>
          </p15:clr>
        </p15:guide>
        <p15:guide id="15" pos="51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5B2F7C0F-5A85-E099-3932-A805B33FAA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51" b="4280"/>
          <a:stretch>
            <a:fillRect/>
          </a:stretch>
        </p:blipFill>
        <p:spPr>
          <a:xfrm>
            <a:off x="0" y="422653"/>
            <a:ext cx="12191996" cy="643534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DC17C7F-E103-D6EA-87EA-05920C8C8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RT-RK L</a:t>
            </a:r>
            <a:r>
              <a:rPr lang="sr-Latn-RS" dirty="0" err="1"/>
              <a:t>jetna</a:t>
            </a:r>
            <a:r>
              <a:rPr lang="sr-Latn-RS" dirty="0"/>
              <a:t> škola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BA0F67-82F9-BF3C-9050-0C2B0395D1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18B70A0-5DD0-79D5-E88D-73BB3D0BC11A}"/>
              </a:ext>
            </a:extLst>
          </p:cNvPr>
          <p:cNvSpPr/>
          <p:nvPr/>
        </p:nvSpPr>
        <p:spPr>
          <a:xfrm>
            <a:off x="0" y="2058826"/>
            <a:ext cx="6096003" cy="1492245"/>
          </a:xfrm>
          <a:prstGeom prst="rect">
            <a:avLst/>
          </a:prstGeom>
          <a:solidFill>
            <a:srgbClr val="44546A">
              <a:alpha val="67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 dirty="0">
              <a:solidFill>
                <a:srgbClr val="FFFFFF"/>
              </a:solidFill>
              <a:uFillTx/>
              <a:latin typeface="Montserrat"/>
            </a:endParaRPr>
          </a:p>
        </p:txBody>
      </p:sp>
      <p:sp>
        <p:nvSpPr>
          <p:cNvPr id="9" name="Title 13">
            <a:extLst>
              <a:ext uri="{FF2B5EF4-FFF2-40B4-BE49-F238E27FC236}">
                <a16:creationId xmlns:a16="http://schemas.microsoft.com/office/drawing/2014/main" id="{35D9B2C4-3731-8685-3483-90AC23B834A6}"/>
              </a:ext>
            </a:extLst>
          </p:cNvPr>
          <p:cNvSpPr txBox="1"/>
          <p:nvPr/>
        </p:nvSpPr>
        <p:spPr>
          <a:xfrm>
            <a:off x="681160" y="2446329"/>
            <a:ext cx="4906972" cy="1143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 err="1">
                <a:solidFill>
                  <a:srgbClr val="FFFFFF"/>
                </a:solidFill>
                <a:uFillTx/>
                <a:latin typeface="Montserrat "/>
                <a:ea typeface="Arial"/>
                <a:cs typeface="Arial"/>
              </a:rPr>
              <a:t>Uvod</a:t>
            </a:r>
            <a:r>
              <a:rPr lang="en-US" sz="2000" b="0" i="0" u="none" strike="noStrike" kern="1200" cap="none" spc="0" baseline="0" dirty="0">
                <a:solidFill>
                  <a:srgbClr val="FFFFFF"/>
                </a:solidFill>
                <a:uFillTx/>
                <a:latin typeface="Montserrat "/>
                <a:ea typeface="Arial"/>
                <a:cs typeface="Arial"/>
              </a:rPr>
              <a:t> u </a:t>
            </a:r>
            <a:r>
              <a:rPr lang="en-US" sz="2000" b="0" i="0" u="none" strike="noStrike" kern="1200" cap="none" spc="0" baseline="0" dirty="0" err="1">
                <a:solidFill>
                  <a:srgbClr val="FFFFFF"/>
                </a:solidFill>
                <a:uFillTx/>
                <a:latin typeface="Montserrat "/>
                <a:ea typeface="Arial"/>
                <a:cs typeface="Arial"/>
              </a:rPr>
              <a:t>linux</a:t>
            </a:r>
            <a:endParaRPr lang="en-GB" sz="2000" b="0" i="0" u="none" strike="noStrike" kern="1200" cap="none" spc="0" baseline="0" dirty="0">
              <a:solidFill>
                <a:srgbClr val="FFFFFF"/>
              </a:solidFill>
              <a:uFillTx/>
              <a:latin typeface="Montserrat" pitchFamily="50"/>
              <a:ea typeface="Arial"/>
              <a:cs typeface="Arial"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1E5A564E-4DA7-F81A-6594-7CE888FC776E}"/>
              </a:ext>
            </a:extLst>
          </p:cNvPr>
          <p:cNvSpPr/>
          <p:nvPr/>
        </p:nvSpPr>
        <p:spPr>
          <a:xfrm>
            <a:off x="5978520" y="2058826"/>
            <a:ext cx="117472" cy="1489072"/>
          </a:xfrm>
          <a:prstGeom prst="rect">
            <a:avLst/>
          </a:prstGeom>
          <a:solidFill>
            <a:srgbClr val="897CA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E60141"/>
              </a:solidFill>
              <a:uFillTx/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533997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>
            <a:extLst>
              <a:ext uri="{FF2B5EF4-FFF2-40B4-BE49-F238E27FC236}">
                <a16:creationId xmlns:a16="http://schemas.microsoft.com/office/drawing/2014/main" id="{0F4B8BA9-AA55-8E7C-E4D0-5BC105F71BCB}"/>
              </a:ext>
            </a:extLst>
          </p:cNvPr>
          <p:cNvSpPr/>
          <p:nvPr/>
        </p:nvSpPr>
        <p:spPr>
          <a:xfrm>
            <a:off x="640244" y="1563121"/>
            <a:ext cx="481577" cy="481577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B0A7BE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>
                <a:solidFill>
                  <a:srgbClr val="000000"/>
                </a:solidFill>
                <a:uFillTx/>
                <a:latin typeface="Montserrat"/>
              </a:rPr>
              <a:t>1</a:t>
            </a:r>
            <a:endParaRPr lang="sr-RS" sz="1800" b="0" i="0" u="none" strike="noStrike" kern="1200" cap="none" spc="0" baseline="0">
              <a:solidFill>
                <a:srgbClr val="000000"/>
              </a:solidFill>
              <a:uFillTx/>
              <a:latin typeface="Montserrat"/>
            </a:endParaRPr>
          </a:p>
        </p:txBody>
      </p:sp>
      <p:sp>
        <p:nvSpPr>
          <p:cNvPr id="3" name="Rectangle 100">
            <a:extLst>
              <a:ext uri="{FF2B5EF4-FFF2-40B4-BE49-F238E27FC236}">
                <a16:creationId xmlns:a16="http://schemas.microsoft.com/office/drawing/2014/main" id="{FC42F315-A5C7-D703-54C1-E0195603921B}"/>
              </a:ext>
            </a:extLst>
          </p:cNvPr>
          <p:cNvSpPr/>
          <p:nvPr/>
        </p:nvSpPr>
        <p:spPr>
          <a:xfrm>
            <a:off x="1190621" y="1650025"/>
            <a:ext cx="8280001" cy="30777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Sistem datoteka, rukovanje datotekama i direktorijumima</a:t>
            </a:r>
            <a:endParaRPr lang="en-GB" sz="1400" b="0" i="0" u="none" strike="noStrike" kern="1200" cap="none" spc="0" baseline="0" dirty="0">
              <a:solidFill>
                <a:srgbClr val="44546A"/>
              </a:solidFill>
              <a:uFillTx/>
              <a:latin typeface="Montserrat Medium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DCD79C4-4C03-DF60-B973-80687F72D112}"/>
              </a:ext>
            </a:extLst>
          </p:cNvPr>
          <p:cNvSpPr/>
          <p:nvPr/>
        </p:nvSpPr>
        <p:spPr>
          <a:xfrm>
            <a:off x="0" y="685800"/>
            <a:ext cx="76196" cy="539752"/>
          </a:xfrm>
          <a:prstGeom prst="rect">
            <a:avLst/>
          </a:prstGeom>
          <a:solidFill>
            <a:srgbClr val="7B6C93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A4C74"/>
              </a:solidFill>
              <a:uFillTx/>
              <a:latin typeface="Montserrat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142F84A-D694-4493-31E7-094420B705BC}"/>
              </a:ext>
            </a:extLst>
          </p:cNvPr>
          <p:cNvSpPr txBox="1"/>
          <p:nvPr/>
        </p:nvSpPr>
        <p:spPr>
          <a:xfrm>
            <a:off x="560390" y="756803"/>
            <a:ext cx="2858862" cy="4385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500" b="0" i="0" u="none" strike="noStrike" kern="1200" cap="none" spc="0" baseline="0" dirty="0">
                <a:solidFill>
                  <a:srgbClr val="44546A"/>
                </a:solidFill>
                <a:uFillTx/>
                <a:latin typeface="Montserrat Medium" pitchFamily="50"/>
                <a:cs typeface="Open Sans" pitchFamily="34"/>
              </a:rPr>
              <a:t>Agenda</a:t>
            </a:r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9A028EF4-2DAF-B287-55D9-5E17855AF3A6}"/>
              </a:ext>
            </a:extLst>
          </p:cNvPr>
          <p:cNvSpPr/>
          <p:nvPr/>
        </p:nvSpPr>
        <p:spPr>
          <a:xfrm>
            <a:off x="640244" y="2244989"/>
            <a:ext cx="481577" cy="481577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B0A7BE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>
                <a:solidFill>
                  <a:srgbClr val="000000"/>
                </a:solidFill>
                <a:uFillTx/>
                <a:latin typeface="Montserrat"/>
              </a:rPr>
              <a:t>2</a:t>
            </a:r>
            <a:endParaRPr lang="sr-RS" sz="1800" b="0" i="0" u="none" strike="noStrike" kern="1200" cap="none" spc="0" baseline="0">
              <a:solidFill>
                <a:srgbClr val="000000"/>
              </a:solidFill>
              <a:uFillTx/>
              <a:latin typeface="Montserrat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DE872E0-7C13-C698-FFA2-A9D4F008EF3F}"/>
              </a:ext>
            </a:extLst>
          </p:cNvPr>
          <p:cNvSpPr/>
          <p:nvPr/>
        </p:nvSpPr>
        <p:spPr>
          <a:xfrm>
            <a:off x="640244" y="2926848"/>
            <a:ext cx="481577" cy="481577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B0A7BE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>
                <a:solidFill>
                  <a:srgbClr val="000000"/>
                </a:solidFill>
                <a:uFillTx/>
                <a:latin typeface="Montserrat"/>
              </a:rPr>
              <a:t>3</a:t>
            </a:r>
            <a:endParaRPr lang="sr-RS" sz="1800" b="0" i="0" u="none" strike="noStrike" kern="1200" cap="none" spc="0" baseline="0">
              <a:solidFill>
                <a:srgbClr val="000000"/>
              </a:solidFill>
              <a:uFillTx/>
              <a:latin typeface="Montserrat"/>
            </a:endParaRPr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7A894456-B1E5-08D6-977F-F42E5966CFBB}"/>
              </a:ext>
            </a:extLst>
          </p:cNvPr>
          <p:cNvSpPr/>
          <p:nvPr/>
        </p:nvSpPr>
        <p:spPr>
          <a:xfrm>
            <a:off x="640244" y="3608707"/>
            <a:ext cx="481577" cy="481577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B0A7BE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>
                <a:solidFill>
                  <a:srgbClr val="000000"/>
                </a:solidFill>
                <a:uFillTx/>
                <a:latin typeface="Montserrat"/>
              </a:rPr>
              <a:t>4</a:t>
            </a:r>
            <a:endParaRPr lang="sr-RS" sz="1800" b="0" i="0" u="none" strike="noStrike" kern="1200" cap="none" spc="0" baseline="0">
              <a:solidFill>
                <a:srgbClr val="000000"/>
              </a:solidFill>
              <a:uFillTx/>
              <a:latin typeface="Montserrat"/>
            </a:endParaRPr>
          </a:p>
        </p:txBody>
      </p:sp>
      <p:sp>
        <p:nvSpPr>
          <p:cNvPr id="9" name="Oval 6">
            <a:extLst>
              <a:ext uri="{FF2B5EF4-FFF2-40B4-BE49-F238E27FC236}">
                <a16:creationId xmlns:a16="http://schemas.microsoft.com/office/drawing/2014/main" id="{2D6A31B2-5A2E-6D32-9459-D751A6F900F6}"/>
              </a:ext>
            </a:extLst>
          </p:cNvPr>
          <p:cNvSpPr/>
          <p:nvPr/>
        </p:nvSpPr>
        <p:spPr>
          <a:xfrm>
            <a:off x="640244" y="4290565"/>
            <a:ext cx="481577" cy="481577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B0A7BE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>
                <a:solidFill>
                  <a:srgbClr val="000000"/>
                </a:solidFill>
                <a:uFillTx/>
                <a:latin typeface="Montserrat"/>
              </a:rPr>
              <a:t>5</a:t>
            </a:r>
            <a:endParaRPr lang="sr-RS" sz="1800" b="0" i="0" u="none" strike="noStrike" kern="1200" cap="none" spc="0" baseline="0">
              <a:solidFill>
                <a:srgbClr val="000000"/>
              </a:solidFill>
              <a:uFillTx/>
              <a:latin typeface="Montserrat"/>
            </a:endParaRP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BCAB45AB-0316-A5EC-5972-C9772B6DAF93}"/>
              </a:ext>
            </a:extLst>
          </p:cNvPr>
          <p:cNvSpPr/>
          <p:nvPr/>
        </p:nvSpPr>
        <p:spPr>
          <a:xfrm>
            <a:off x="640244" y="4972424"/>
            <a:ext cx="481577" cy="481577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B0A7BE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>
                <a:solidFill>
                  <a:srgbClr val="000000"/>
                </a:solidFill>
                <a:uFillTx/>
                <a:latin typeface="Montserrat"/>
              </a:rPr>
              <a:t>6</a:t>
            </a:r>
            <a:endParaRPr lang="sr-RS" sz="1800" b="0" i="0" u="none" strike="noStrike" kern="1200" cap="none" spc="0" baseline="0">
              <a:solidFill>
                <a:srgbClr val="000000"/>
              </a:solidFill>
              <a:uFillTx/>
              <a:latin typeface="Montserrat"/>
            </a:endParaRPr>
          </a:p>
        </p:txBody>
      </p:sp>
      <p:sp>
        <p:nvSpPr>
          <p:cNvPr id="11" name="Oval 6">
            <a:extLst>
              <a:ext uri="{FF2B5EF4-FFF2-40B4-BE49-F238E27FC236}">
                <a16:creationId xmlns:a16="http://schemas.microsoft.com/office/drawing/2014/main" id="{6B826866-A874-5EF4-6168-A6996A86B6E5}"/>
              </a:ext>
            </a:extLst>
          </p:cNvPr>
          <p:cNvSpPr/>
          <p:nvPr/>
        </p:nvSpPr>
        <p:spPr>
          <a:xfrm>
            <a:off x="640244" y="5654292"/>
            <a:ext cx="481577" cy="481577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B0A7BE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>
                <a:solidFill>
                  <a:srgbClr val="000000"/>
                </a:solidFill>
                <a:uFillTx/>
                <a:latin typeface="Montserrat"/>
              </a:rPr>
              <a:t>7</a:t>
            </a:r>
            <a:endParaRPr lang="sr-RS" sz="1800" b="0" i="0" u="none" strike="noStrike" kern="1200" cap="none" spc="0" baseline="0">
              <a:solidFill>
                <a:srgbClr val="000000"/>
              </a:solidFill>
              <a:uFillTx/>
              <a:latin typeface="Montserrat"/>
            </a:endParaRPr>
          </a:p>
        </p:txBody>
      </p:sp>
      <p:sp>
        <p:nvSpPr>
          <p:cNvPr id="12" name="Rectangle 100">
            <a:extLst>
              <a:ext uri="{FF2B5EF4-FFF2-40B4-BE49-F238E27FC236}">
                <a16:creationId xmlns:a16="http://schemas.microsoft.com/office/drawing/2014/main" id="{60527267-834B-62C0-A1D3-D65FC9405B78}"/>
              </a:ext>
            </a:extLst>
          </p:cNvPr>
          <p:cNvSpPr/>
          <p:nvPr/>
        </p:nvSpPr>
        <p:spPr>
          <a:xfrm>
            <a:off x="1190621" y="2331884"/>
            <a:ext cx="8280001" cy="30777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b="0" i="0" u="none" strike="noStrike" kern="1200" cap="none" spc="0" baseline="0" dirty="0">
                <a:solidFill>
                  <a:srgbClr val="44546A"/>
                </a:solidFill>
                <a:uFillTx/>
                <a:latin typeface="Montserrat Medium"/>
              </a:rPr>
              <a:t>GNU/ </a:t>
            </a:r>
            <a:r>
              <a:rPr lang="sr-Latn-RS" sz="1400" b="0" i="0" u="none" strike="noStrike" kern="1200" cap="none" spc="0" baseline="0" dirty="0" err="1">
                <a:solidFill>
                  <a:srgbClr val="44546A"/>
                </a:solidFill>
                <a:uFillTx/>
                <a:latin typeface="Montserrat Medium"/>
              </a:rPr>
              <a:t>Linux</a:t>
            </a:r>
            <a:r>
              <a:rPr lang="sr-Latn-RS" sz="1400" b="0" i="0" u="none" strike="noStrike" kern="1200" cap="none" spc="0" baseline="0" dirty="0">
                <a:solidFill>
                  <a:srgbClr val="44546A"/>
                </a:solidFill>
                <a:uFillTx/>
                <a:latin typeface="Montserrat Medium"/>
              </a:rPr>
              <a:t> struktura sistema dato</a:t>
            </a:r>
            <a:r>
              <a:rPr lang="en-US" sz="1400" b="0" i="0" u="none" strike="noStrike" kern="1200" cap="none" spc="0" baseline="0" dirty="0">
                <a:solidFill>
                  <a:srgbClr val="44546A"/>
                </a:solidFill>
                <a:uFillTx/>
                <a:latin typeface="Montserrat Medium"/>
              </a:rPr>
              <a:t>t</a:t>
            </a:r>
            <a:r>
              <a:rPr lang="sr-Latn-RS" sz="1400" b="0" i="0" u="none" strike="noStrike" kern="1200" cap="none" spc="0" baseline="0" dirty="0" err="1">
                <a:solidFill>
                  <a:srgbClr val="44546A"/>
                </a:solidFill>
                <a:uFillTx/>
                <a:latin typeface="Montserrat Medium"/>
              </a:rPr>
              <a:t>eka</a:t>
            </a:r>
            <a:endParaRPr lang="en-GB" sz="1400" b="0" i="0" u="none" strike="noStrike" kern="1200" cap="none" spc="0" baseline="0" dirty="0">
              <a:solidFill>
                <a:srgbClr val="44546A"/>
              </a:solidFill>
              <a:uFillTx/>
              <a:latin typeface="Montserrat Medium"/>
            </a:endParaRPr>
          </a:p>
        </p:txBody>
      </p:sp>
      <p:sp>
        <p:nvSpPr>
          <p:cNvPr id="13" name="Rectangle 100">
            <a:extLst>
              <a:ext uri="{FF2B5EF4-FFF2-40B4-BE49-F238E27FC236}">
                <a16:creationId xmlns:a16="http://schemas.microsoft.com/office/drawing/2014/main" id="{01A67AAA-4675-6B87-4B07-EC85391B61C8}"/>
              </a:ext>
            </a:extLst>
          </p:cNvPr>
          <p:cNvSpPr/>
          <p:nvPr/>
        </p:nvSpPr>
        <p:spPr>
          <a:xfrm>
            <a:off x="1190621" y="3013752"/>
            <a:ext cx="8280001" cy="30777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b="0" i="0" u="none" strike="noStrike" kern="1200" cap="none" spc="0" baseline="0" dirty="0">
                <a:solidFill>
                  <a:srgbClr val="44546A"/>
                </a:solidFill>
                <a:uFillTx/>
                <a:latin typeface="Montserrat Medium"/>
              </a:rPr>
              <a:t>Interpreteri komandne linije</a:t>
            </a:r>
            <a:endParaRPr lang="en-GB" sz="1400" b="0" i="0" u="none" strike="noStrike" kern="1200" cap="none" spc="0" baseline="0" dirty="0">
              <a:solidFill>
                <a:srgbClr val="44546A"/>
              </a:solidFill>
              <a:uFillTx/>
              <a:latin typeface="Montserrat Medium"/>
            </a:endParaRPr>
          </a:p>
        </p:txBody>
      </p:sp>
      <p:sp>
        <p:nvSpPr>
          <p:cNvPr id="14" name="Rectangle 100">
            <a:extLst>
              <a:ext uri="{FF2B5EF4-FFF2-40B4-BE49-F238E27FC236}">
                <a16:creationId xmlns:a16="http://schemas.microsoft.com/office/drawing/2014/main" id="{9601D474-7547-161F-69CD-1D142EF99F92}"/>
              </a:ext>
            </a:extLst>
          </p:cNvPr>
          <p:cNvSpPr/>
          <p:nvPr/>
        </p:nvSpPr>
        <p:spPr>
          <a:xfrm>
            <a:off x="1190621" y="3695611"/>
            <a:ext cx="8280001" cy="30777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b="0" i="0" u="none" strike="noStrike" kern="1200" cap="none" spc="0" baseline="0" dirty="0">
                <a:solidFill>
                  <a:srgbClr val="44546A"/>
                </a:solidFill>
                <a:uFillTx/>
                <a:latin typeface="Montserrat Medium"/>
              </a:rPr>
              <a:t>Prikaz, pretraga sadržaja i sortiranje datoteka</a:t>
            </a:r>
            <a:endParaRPr lang="en-GB" sz="1400" b="0" i="0" u="none" strike="noStrike" kern="1200" cap="none" spc="0" baseline="0" dirty="0">
              <a:solidFill>
                <a:srgbClr val="44546A"/>
              </a:solidFill>
              <a:uFillTx/>
              <a:latin typeface="Montserrat Medium"/>
            </a:endParaRPr>
          </a:p>
        </p:txBody>
      </p:sp>
      <p:sp>
        <p:nvSpPr>
          <p:cNvPr id="15" name="Rectangle 100">
            <a:extLst>
              <a:ext uri="{FF2B5EF4-FFF2-40B4-BE49-F238E27FC236}">
                <a16:creationId xmlns:a16="http://schemas.microsoft.com/office/drawing/2014/main" id="{B6FC290F-9CA7-6674-CF86-C2485A249F9B}"/>
              </a:ext>
            </a:extLst>
          </p:cNvPr>
          <p:cNvSpPr/>
          <p:nvPr/>
        </p:nvSpPr>
        <p:spPr>
          <a:xfrm>
            <a:off x="1190621" y="4377470"/>
            <a:ext cx="8280001" cy="30777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b="0" i="0" u="none" strike="noStrike" kern="1200" cap="none" spc="0" baseline="0" dirty="0">
                <a:solidFill>
                  <a:srgbClr val="44546A"/>
                </a:solidFill>
                <a:uFillTx/>
                <a:latin typeface="Montserrat Medium"/>
              </a:rPr>
              <a:t>Simbolički i hard linkovi</a:t>
            </a:r>
            <a:endParaRPr lang="en-GB" sz="1400" b="0" i="0" u="none" strike="noStrike" kern="1200" cap="none" spc="0" baseline="0" dirty="0">
              <a:solidFill>
                <a:srgbClr val="44546A"/>
              </a:solidFill>
              <a:uFillTx/>
              <a:latin typeface="Montserrat Medium"/>
            </a:endParaRPr>
          </a:p>
        </p:txBody>
      </p:sp>
      <p:sp>
        <p:nvSpPr>
          <p:cNvPr id="16" name="Rectangle 100">
            <a:extLst>
              <a:ext uri="{FF2B5EF4-FFF2-40B4-BE49-F238E27FC236}">
                <a16:creationId xmlns:a16="http://schemas.microsoft.com/office/drawing/2014/main" id="{93CD93E8-B188-B10E-250F-8C13017BC8B6}"/>
              </a:ext>
            </a:extLst>
          </p:cNvPr>
          <p:cNvSpPr/>
          <p:nvPr/>
        </p:nvSpPr>
        <p:spPr>
          <a:xfrm>
            <a:off x="1190621" y="5059329"/>
            <a:ext cx="8280001" cy="30777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b="0" i="0" u="none" strike="noStrike" kern="1200" cap="none" spc="0" baseline="0" dirty="0">
                <a:solidFill>
                  <a:srgbClr val="44546A"/>
                </a:solidFill>
                <a:uFillTx/>
                <a:latin typeface="Montserrat Medium"/>
              </a:rPr>
              <a:t>Korisnici i prava pristupa</a:t>
            </a:r>
            <a:endParaRPr lang="en-GB" sz="1400" b="0" i="0" u="none" strike="noStrike" kern="1200" cap="none" spc="0" baseline="0" dirty="0">
              <a:solidFill>
                <a:srgbClr val="44546A"/>
              </a:solidFill>
              <a:uFillTx/>
              <a:latin typeface="Montserrat Medium"/>
            </a:endParaRPr>
          </a:p>
        </p:txBody>
      </p:sp>
      <p:sp>
        <p:nvSpPr>
          <p:cNvPr id="17" name="Rectangle 100">
            <a:extLst>
              <a:ext uri="{FF2B5EF4-FFF2-40B4-BE49-F238E27FC236}">
                <a16:creationId xmlns:a16="http://schemas.microsoft.com/office/drawing/2014/main" id="{53F99A85-5DC6-1CA0-3614-050A4DCA147E}"/>
              </a:ext>
            </a:extLst>
          </p:cNvPr>
          <p:cNvSpPr/>
          <p:nvPr/>
        </p:nvSpPr>
        <p:spPr>
          <a:xfrm>
            <a:off x="1190621" y="5741197"/>
            <a:ext cx="8280001" cy="30777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b="0" i="0" u="none" strike="noStrike" kern="1200" cap="none" spc="0" baseline="0" dirty="0">
                <a:solidFill>
                  <a:srgbClr val="44546A"/>
                </a:solidFill>
                <a:uFillTx/>
                <a:latin typeface="Montserrat Medium"/>
              </a:rPr>
              <a:t>Varijable okruženja, </a:t>
            </a:r>
            <a:r>
              <a:rPr lang="sr-Latn-RS" sz="1400" b="0" i="0" u="none" strike="noStrike" kern="1200" cap="none" spc="0" baseline="0" dirty="0" err="1">
                <a:solidFill>
                  <a:srgbClr val="44546A"/>
                </a:solidFill>
                <a:uFillTx/>
                <a:latin typeface="Montserrat Medium"/>
              </a:rPr>
              <a:t>šel</a:t>
            </a:r>
            <a:r>
              <a:rPr lang="sr-Latn-RS" sz="1400" b="0" i="0" u="none" strike="noStrike" kern="1200" cap="none" spc="0" baseline="0" dirty="0">
                <a:solidFill>
                  <a:srgbClr val="44546A"/>
                </a:solidFill>
                <a:uFillTx/>
                <a:latin typeface="Montserrat Medium"/>
              </a:rPr>
              <a:t> alijansi i procesi</a:t>
            </a:r>
            <a:endParaRPr lang="en-GB" sz="1400" b="0" i="0" u="none" strike="noStrike" kern="1200" cap="none" spc="0" baseline="0" dirty="0">
              <a:solidFill>
                <a:srgbClr val="44546A"/>
              </a:solidFill>
              <a:uFillTx/>
              <a:latin typeface="Montserrat Medium"/>
            </a:endParaRPr>
          </a:p>
        </p:txBody>
      </p:sp>
    </p:spTree>
  </p:cSld>
  <p:clrMapOvr>
    <a:masterClrMapping/>
  </p:clrMapOvr>
  <p:transition spd="slow" advTm="20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E339A-6368-0555-6025-820500825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4B9AC-A36C-956B-9B9A-BBB658419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588" y="3679461"/>
            <a:ext cx="8715729" cy="478800"/>
          </a:xfrm>
        </p:spPr>
        <p:txBody>
          <a:bodyPr>
            <a:noAutofit/>
          </a:bodyPr>
          <a:lstStyle/>
          <a:p>
            <a:r>
              <a:rPr lang="en-GB" sz="1800" dirty="0"/>
              <a:t>1. </a:t>
            </a:r>
            <a:r>
              <a:rPr lang="sr-Latn-RS" sz="2000" dirty="0">
                <a:solidFill>
                  <a:srgbClr val="44546A"/>
                </a:solidFill>
                <a:latin typeface="Montserrat Medium"/>
              </a:rPr>
              <a:t>Sistem datoteka, rukovanje datotekama i direktorijumima</a:t>
            </a:r>
            <a:br>
              <a:rPr lang="en-GB" sz="2000" dirty="0">
                <a:solidFill>
                  <a:srgbClr val="44546A"/>
                </a:solidFill>
                <a:latin typeface="Montserrat Medium"/>
              </a:rPr>
            </a:b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987025113"/>
      </p:ext>
    </p:extLst>
  </p:cSld>
  <p:clrMapOvr>
    <a:masterClrMapping/>
  </p:clrMapOvr>
  <p:transition spd="slow" advTm="20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2F5BC0-A864-CFAD-AEF5-FD6533A4D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676" y="735318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Sve je datoteka (skoro)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F284CED2-C2AD-749B-C7C2-1776F91C5F7D}"/>
              </a:ext>
            </a:extLst>
          </p:cNvPr>
          <p:cNvSpPr/>
          <p:nvPr/>
        </p:nvSpPr>
        <p:spPr>
          <a:xfrm>
            <a:off x="705561" y="1959208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4" name="Title 2">
            <a:extLst>
              <a:ext uri="{FF2B5EF4-FFF2-40B4-BE49-F238E27FC236}">
                <a16:creationId xmlns:a16="http://schemas.microsoft.com/office/drawing/2014/main" id="{6C25D6C7-0884-1B0D-E277-3055A534685C}"/>
              </a:ext>
            </a:extLst>
          </p:cNvPr>
          <p:cNvSpPr txBox="1">
            <a:spLocks/>
          </p:cNvSpPr>
          <p:nvPr/>
        </p:nvSpPr>
        <p:spPr>
          <a:xfrm>
            <a:off x="996023" y="1790352"/>
            <a:ext cx="10170544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Regularna datoteka</a:t>
            </a:r>
            <a:endParaRPr lang="en-AU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3157096F-673D-D3E2-395E-532A2AD9ED29}"/>
              </a:ext>
            </a:extLst>
          </p:cNvPr>
          <p:cNvSpPr/>
          <p:nvPr/>
        </p:nvSpPr>
        <p:spPr>
          <a:xfrm>
            <a:off x="705561" y="265801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6" name="Title 2">
            <a:extLst>
              <a:ext uri="{FF2B5EF4-FFF2-40B4-BE49-F238E27FC236}">
                <a16:creationId xmlns:a16="http://schemas.microsoft.com/office/drawing/2014/main" id="{8678B35C-7BFF-746C-52FD-D99B285A8F99}"/>
              </a:ext>
            </a:extLst>
          </p:cNvPr>
          <p:cNvSpPr txBox="1">
            <a:spLocks/>
          </p:cNvSpPr>
          <p:nvPr/>
        </p:nvSpPr>
        <p:spPr>
          <a:xfrm>
            <a:off x="996023" y="2484205"/>
            <a:ext cx="10170544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Direktorijum – datoteka sa listom drugih datoteka</a:t>
            </a:r>
            <a:endParaRPr lang="en-AU" dirty="0">
              <a:solidFill>
                <a:srgbClr val="44546A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702E4F6E-D13C-3E1E-2CBE-8F42C715A0DE}"/>
              </a:ext>
            </a:extLst>
          </p:cNvPr>
          <p:cNvSpPr/>
          <p:nvPr/>
        </p:nvSpPr>
        <p:spPr>
          <a:xfrm>
            <a:off x="705561" y="5453243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8" name="Title 2">
            <a:extLst>
              <a:ext uri="{FF2B5EF4-FFF2-40B4-BE49-F238E27FC236}">
                <a16:creationId xmlns:a16="http://schemas.microsoft.com/office/drawing/2014/main" id="{C88666B9-DC6F-254F-694C-BC22A70D092B}"/>
              </a:ext>
            </a:extLst>
          </p:cNvPr>
          <p:cNvSpPr txBox="1">
            <a:spLocks/>
          </p:cNvSpPr>
          <p:nvPr/>
        </p:nvSpPr>
        <p:spPr>
          <a:xfrm>
            <a:off x="996023" y="3185489"/>
            <a:ext cx="10170544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Simbolički likovi – datoteka koja se odnosi na drugu datoteku</a:t>
            </a:r>
            <a:endParaRPr lang="en-AU" dirty="0">
              <a:solidFill>
                <a:srgbClr val="44546A"/>
              </a:solidFill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EBC86ECA-6884-2385-9378-ECF077A59A7B}"/>
              </a:ext>
            </a:extLst>
          </p:cNvPr>
          <p:cNvSpPr/>
          <p:nvPr/>
        </p:nvSpPr>
        <p:spPr>
          <a:xfrm>
            <a:off x="705561" y="3356822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0" name="Title 2">
            <a:extLst>
              <a:ext uri="{FF2B5EF4-FFF2-40B4-BE49-F238E27FC236}">
                <a16:creationId xmlns:a16="http://schemas.microsoft.com/office/drawing/2014/main" id="{F9A1E5F5-342E-F46D-F05B-7706796AAF7D}"/>
              </a:ext>
            </a:extLst>
          </p:cNvPr>
          <p:cNvSpPr txBox="1">
            <a:spLocks/>
          </p:cNvSpPr>
          <p:nvPr/>
        </p:nvSpPr>
        <p:spPr>
          <a:xfrm>
            <a:off x="996023" y="3879342"/>
            <a:ext cx="10170544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Uređaji i periferije – IO uređaji kao datoteke</a:t>
            </a:r>
            <a:endParaRPr lang="en-AU" dirty="0">
              <a:solidFill>
                <a:srgbClr val="44546A"/>
              </a:solidFill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439B2DA6-A018-7D16-90BA-8B472E285F36}"/>
              </a:ext>
            </a:extLst>
          </p:cNvPr>
          <p:cNvSpPr/>
          <p:nvPr/>
        </p:nvSpPr>
        <p:spPr>
          <a:xfrm>
            <a:off x="705561" y="4055629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2" name="Title 2">
            <a:extLst>
              <a:ext uri="{FF2B5EF4-FFF2-40B4-BE49-F238E27FC236}">
                <a16:creationId xmlns:a16="http://schemas.microsoft.com/office/drawing/2014/main" id="{7D575325-A775-F6FA-F433-6683FB0E1E02}"/>
              </a:ext>
            </a:extLst>
          </p:cNvPr>
          <p:cNvSpPr txBox="1">
            <a:spLocks/>
          </p:cNvSpPr>
          <p:nvPr/>
        </p:nvSpPr>
        <p:spPr>
          <a:xfrm>
            <a:off x="996023" y="4580626"/>
            <a:ext cx="10170544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2800" dirty="0" err="1">
                <a:solidFill>
                  <a:srgbClr val="44546A"/>
                </a:solidFill>
                <a:latin typeface="Montserrat Medium"/>
              </a:rPr>
              <a:t>Pajpovi</a:t>
            </a:r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 – povezivanje programa pri izvršavanju</a:t>
            </a:r>
            <a:endParaRPr lang="en-AU" dirty="0">
              <a:solidFill>
                <a:srgbClr val="44546A"/>
              </a:solidFill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1293E202-AAF7-5390-50EE-92205A26839D}"/>
              </a:ext>
            </a:extLst>
          </p:cNvPr>
          <p:cNvSpPr/>
          <p:nvPr/>
        </p:nvSpPr>
        <p:spPr>
          <a:xfrm>
            <a:off x="705561" y="475443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4" name="Title 2">
            <a:extLst>
              <a:ext uri="{FF2B5EF4-FFF2-40B4-BE49-F238E27FC236}">
                <a16:creationId xmlns:a16="http://schemas.microsoft.com/office/drawing/2014/main" id="{DFCACD51-4FCB-2650-077B-711972995B9B}"/>
              </a:ext>
            </a:extLst>
          </p:cNvPr>
          <p:cNvSpPr txBox="1">
            <a:spLocks/>
          </p:cNvSpPr>
          <p:nvPr/>
        </p:nvSpPr>
        <p:spPr>
          <a:xfrm>
            <a:off x="996023" y="5281910"/>
            <a:ext cx="10170544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2800" dirty="0" err="1">
                <a:solidFill>
                  <a:srgbClr val="44546A"/>
                </a:solidFill>
                <a:latin typeface="Montserrat Medium"/>
              </a:rPr>
              <a:t>Soketi</a:t>
            </a:r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 – </a:t>
            </a:r>
            <a:r>
              <a:rPr lang="sr-Latn-RS" sz="2800" dirty="0" err="1">
                <a:solidFill>
                  <a:srgbClr val="44546A"/>
                </a:solidFill>
                <a:latin typeface="Montserrat Medium"/>
              </a:rPr>
              <a:t>Komunkacija</a:t>
            </a:r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 između procesa</a:t>
            </a:r>
            <a:endParaRPr lang="en-AU" dirty="0">
              <a:solidFill>
                <a:srgbClr val="4454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6285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AF67F18A-1C47-BB00-2F40-E31989CA7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2E2BC8-5974-6937-B0D4-769A76653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050" y="693381"/>
            <a:ext cx="10170544" cy="4788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44546A"/>
                </a:solidFill>
                <a:latin typeface="Montserrat Medium"/>
              </a:rPr>
              <a:t>Imena </a:t>
            </a:r>
            <a:r>
              <a:rPr lang="en-US" sz="2800" dirty="0" err="1">
                <a:solidFill>
                  <a:srgbClr val="44546A"/>
                </a:solidFill>
                <a:latin typeface="Montserrat Medium"/>
              </a:rPr>
              <a:t>datoteka</a:t>
            </a:r>
            <a:endParaRPr lang="en-AU" dirty="0">
              <a:solidFill>
                <a:srgbClr val="44546A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4C178F9C-DD89-A8BC-2BC2-7B784F1498CF}"/>
              </a:ext>
            </a:extLst>
          </p:cNvPr>
          <p:cNvSpPr/>
          <p:nvPr/>
        </p:nvSpPr>
        <p:spPr>
          <a:xfrm>
            <a:off x="666124" y="1734854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0" name="Title 2">
            <a:extLst>
              <a:ext uri="{FF2B5EF4-FFF2-40B4-BE49-F238E27FC236}">
                <a16:creationId xmlns:a16="http://schemas.microsoft.com/office/drawing/2014/main" id="{5C8F5437-CEC6-2272-0268-4D4AFEA787EE}"/>
              </a:ext>
            </a:extLst>
          </p:cNvPr>
          <p:cNvSpPr txBox="1">
            <a:spLocks/>
          </p:cNvSpPr>
          <p:nvPr/>
        </p:nvSpPr>
        <p:spPr>
          <a:xfrm>
            <a:off x="952890" y="1570952"/>
            <a:ext cx="10170544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Razlikuju mala i velika slova</a:t>
            </a:r>
            <a:endParaRPr lang="en-AU" dirty="0">
              <a:solidFill>
                <a:srgbClr val="44546A"/>
              </a:solidFill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D58A510A-920B-705D-A955-A33739DBA4FC}"/>
              </a:ext>
            </a:extLst>
          </p:cNvPr>
          <p:cNvSpPr/>
          <p:nvPr/>
        </p:nvSpPr>
        <p:spPr>
          <a:xfrm>
            <a:off x="662428" y="2433661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4" name="Title 2">
            <a:extLst>
              <a:ext uri="{FF2B5EF4-FFF2-40B4-BE49-F238E27FC236}">
                <a16:creationId xmlns:a16="http://schemas.microsoft.com/office/drawing/2014/main" id="{296FE837-20AA-D720-3ECF-BE919111E801}"/>
              </a:ext>
            </a:extLst>
          </p:cNvPr>
          <p:cNvSpPr txBox="1">
            <a:spLocks/>
          </p:cNvSpPr>
          <p:nvPr/>
        </p:nvSpPr>
        <p:spPr>
          <a:xfrm>
            <a:off x="952890" y="2264805"/>
            <a:ext cx="10170544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Nisu ograničene dužine</a:t>
            </a:r>
            <a:endParaRPr lang="en-AU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CA548F92-C661-E205-0CB5-A40D0CBC5E9A}"/>
              </a:ext>
            </a:extLst>
          </p:cNvPr>
          <p:cNvSpPr/>
          <p:nvPr/>
        </p:nvSpPr>
        <p:spPr>
          <a:xfrm>
            <a:off x="662428" y="3132468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6" name="Title 2">
            <a:extLst>
              <a:ext uri="{FF2B5EF4-FFF2-40B4-BE49-F238E27FC236}">
                <a16:creationId xmlns:a16="http://schemas.microsoft.com/office/drawing/2014/main" id="{675F5703-B326-5033-A370-B0895D169E8C}"/>
              </a:ext>
            </a:extLst>
          </p:cNvPr>
          <p:cNvSpPr txBox="1">
            <a:spLocks/>
          </p:cNvSpPr>
          <p:nvPr/>
        </p:nvSpPr>
        <p:spPr>
          <a:xfrm>
            <a:off x="952890" y="2958658"/>
            <a:ext cx="10170544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Mogu da sadrže bilo koji znak osim „/“</a:t>
            </a:r>
            <a:endParaRPr lang="en-AU" dirty="0">
              <a:solidFill>
                <a:srgbClr val="44546A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42D2E48D-EF13-E8D4-904E-95A9C88C39A7}"/>
              </a:ext>
            </a:extLst>
          </p:cNvPr>
          <p:cNvSpPr/>
          <p:nvPr/>
        </p:nvSpPr>
        <p:spPr>
          <a:xfrm>
            <a:off x="1300783" y="592769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8" name="Title 2">
            <a:extLst>
              <a:ext uri="{FF2B5EF4-FFF2-40B4-BE49-F238E27FC236}">
                <a16:creationId xmlns:a16="http://schemas.microsoft.com/office/drawing/2014/main" id="{8C4027E0-2D2C-E3F8-430B-693D145F8A67}"/>
              </a:ext>
            </a:extLst>
          </p:cNvPr>
          <p:cNvSpPr txBox="1">
            <a:spLocks/>
          </p:cNvSpPr>
          <p:nvPr/>
        </p:nvSpPr>
        <p:spPr>
          <a:xfrm>
            <a:off x="952890" y="3659942"/>
            <a:ext cx="10170544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Tip datoteke u samoj datoteci</a:t>
            </a:r>
            <a:endParaRPr lang="en-AU" dirty="0">
              <a:solidFill>
                <a:srgbClr val="44546A"/>
              </a:solidFill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A9436BC3-001E-6601-B8DC-2B260300FDBF}"/>
              </a:ext>
            </a:extLst>
          </p:cNvPr>
          <p:cNvSpPr/>
          <p:nvPr/>
        </p:nvSpPr>
        <p:spPr>
          <a:xfrm>
            <a:off x="662428" y="383127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0" name="Title 2">
            <a:extLst>
              <a:ext uri="{FF2B5EF4-FFF2-40B4-BE49-F238E27FC236}">
                <a16:creationId xmlns:a16="http://schemas.microsoft.com/office/drawing/2014/main" id="{686EE82B-7E09-9474-15AB-D8959E8AD5E2}"/>
              </a:ext>
            </a:extLst>
          </p:cNvPr>
          <p:cNvSpPr txBox="1">
            <a:spLocks/>
          </p:cNvSpPr>
          <p:nvPr/>
        </p:nvSpPr>
        <p:spPr>
          <a:xfrm>
            <a:off x="952890" y="4353795"/>
            <a:ext cx="10170544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2800" dirty="0" err="1">
                <a:solidFill>
                  <a:srgbClr val="44546A"/>
                </a:solidFill>
                <a:latin typeface="Montserrat Medium"/>
              </a:rPr>
              <a:t>Ektenzija</a:t>
            </a:r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 nije bitna</a:t>
            </a:r>
            <a:endParaRPr lang="en-AU" dirty="0">
              <a:solidFill>
                <a:srgbClr val="44546A"/>
              </a:solidFill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4FD1658F-F8B4-2004-CBAA-569852464E5F}"/>
              </a:ext>
            </a:extLst>
          </p:cNvPr>
          <p:cNvSpPr/>
          <p:nvPr/>
        </p:nvSpPr>
        <p:spPr>
          <a:xfrm>
            <a:off x="662428" y="4530082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2" name="Title 2">
            <a:extLst>
              <a:ext uri="{FF2B5EF4-FFF2-40B4-BE49-F238E27FC236}">
                <a16:creationId xmlns:a16="http://schemas.microsoft.com/office/drawing/2014/main" id="{9FB6B3E7-F574-D17A-B34D-FBB3E9512929}"/>
              </a:ext>
            </a:extLst>
          </p:cNvPr>
          <p:cNvSpPr txBox="1">
            <a:spLocks/>
          </p:cNvSpPr>
          <p:nvPr/>
        </p:nvSpPr>
        <p:spPr>
          <a:xfrm>
            <a:off x="952890" y="5055079"/>
            <a:ext cx="10170544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2800" dirty="0" err="1">
                <a:solidFill>
                  <a:srgbClr val="44546A"/>
                </a:solidFill>
                <a:latin typeface="Montserrat Medium"/>
              </a:rPr>
              <a:t>Primjeri</a:t>
            </a:r>
            <a:endParaRPr lang="en-AU" dirty="0">
              <a:solidFill>
                <a:srgbClr val="44546A"/>
              </a:solidFill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EB567A38-C78F-0DB1-9123-A966806125DA}"/>
              </a:ext>
            </a:extLst>
          </p:cNvPr>
          <p:cNvSpPr/>
          <p:nvPr/>
        </p:nvSpPr>
        <p:spPr>
          <a:xfrm>
            <a:off x="662428" y="5228889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4" name="Title 2">
            <a:extLst>
              <a:ext uri="{FF2B5EF4-FFF2-40B4-BE49-F238E27FC236}">
                <a16:creationId xmlns:a16="http://schemas.microsoft.com/office/drawing/2014/main" id="{95E4878E-B4A3-3C9C-821B-E4CC0F71E7F9}"/>
              </a:ext>
            </a:extLst>
          </p:cNvPr>
          <p:cNvSpPr txBox="1">
            <a:spLocks/>
          </p:cNvSpPr>
          <p:nvPr/>
        </p:nvSpPr>
        <p:spPr>
          <a:xfrm>
            <a:off x="1591245" y="5756363"/>
            <a:ext cx="10170544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REDME, .</a:t>
            </a:r>
            <a:r>
              <a:rPr lang="sr-Latn-RS" sz="2800" dirty="0" err="1">
                <a:solidFill>
                  <a:srgbClr val="44546A"/>
                </a:solidFill>
                <a:latin typeface="Montserrat Medium"/>
              </a:rPr>
              <a:t>bashrc</a:t>
            </a:r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, index.htm, index.html …</a:t>
            </a:r>
            <a:endParaRPr lang="en-AU" dirty="0">
              <a:solidFill>
                <a:srgbClr val="4454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145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850D4B24-5172-8006-F294-0A66BABA0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3DA4FB-1908-731A-ACEE-96D3A4EB4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936" y="749373"/>
            <a:ext cx="10170544" cy="478800"/>
          </a:xfrm>
        </p:spPr>
        <p:txBody>
          <a:bodyPr>
            <a:normAutofit/>
          </a:bodyPr>
          <a:lstStyle/>
          <a:p>
            <a:r>
              <a:rPr lang="en-US" sz="2800" dirty="0" err="1">
                <a:solidFill>
                  <a:srgbClr val="44546A"/>
                </a:solidFill>
                <a:latin typeface="Montserrat Medium"/>
              </a:rPr>
              <a:t>Putanje</a:t>
            </a:r>
            <a:r>
              <a:rPr lang="en-US" sz="2800" dirty="0">
                <a:solidFill>
                  <a:srgbClr val="44546A"/>
                </a:solidFill>
                <a:latin typeface="Montserrat Medium"/>
              </a:rPr>
              <a:t> do </a:t>
            </a:r>
            <a:r>
              <a:rPr lang="en-US" sz="2800" dirty="0" err="1">
                <a:solidFill>
                  <a:srgbClr val="44546A"/>
                </a:solidFill>
                <a:latin typeface="Montserrat Medium"/>
              </a:rPr>
              <a:t>datoteka</a:t>
            </a:r>
            <a:endParaRPr lang="en-AU" dirty="0">
              <a:solidFill>
                <a:srgbClr val="44546A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20E49C76-FC5A-6A55-F87B-3CB1B0349DE2}"/>
              </a:ext>
            </a:extLst>
          </p:cNvPr>
          <p:cNvSpPr/>
          <p:nvPr/>
        </p:nvSpPr>
        <p:spPr>
          <a:xfrm>
            <a:off x="666124" y="1734854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0" name="Title 2">
            <a:extLst>
              <a:ext uri="{FF2B5EF4-FFF2-40B4-BE49-F238E27FC236}">
                <a16:creationId xmlns:a16="http://schemas.microsoft.com/office/drawing/2014/main" id="{EE0BAE3B-267A-23F5-45B8-6D25D7555DE0}"/>
              </a:ext>
            </a:extLst>
          </p:cNvPr>
          <p:cNvSpPr txBox="1">
            <a:spLocks/>
          </p:cNvSpPr>
          <p:nvPr/>
        </p:nvSpPr>
        <p:spPr>
          <a:xfrm>
            <a:off x="952890" y="1288377"/>
            <a:ext cx="10170544" cy="1165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Putanja je niz ugnježdenih </a:t>
            </a:r>
            <a:r>
              <a:rPr lang="sr-Latn-RS" sz="2800" dirty="0" err="1">
                <a:solidFill>
                  <a:srgbClr val="44546A"/>
                </a:solidFill>
                <a:latin typeface="Montserrat Medium"/>
              </a:rPr>
              <a:t>direktorijama</a:t>
            </a:r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sz="2800" dirty="0" err="1">
                <a:solidFill>
                  <a:srgbClr val="44546A"/>
                </a:solidFill>
                <a:latin typeface="Montserrat Medium"/>
              </a:rPr>
              <a:t>radvojenih</a:t>
            </a:r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 znakom „/“ sa direktorijumom ili datotekom na kraju</a:t>
            </a:r>
            <a:endParaRPr lang="en-AU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3958AC5D-1C31-5177-372E-1711943CDD73}"/>
              </a:ext>
            </a:extLst>
          </p:cNvPr>
          <p:cNvSpPr/>
          <p:nvPr/>
        </p:nvSpPr>
        <p:spPr>
          <a:xfrm>
            <a:off x="662428" y="288973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6" name="Title 2">
            <a:extLst>
              <a:ext uri="{FF2B5EF4-FFF2-40B4-BE49-F238E27FC236}">
                <a16:creationId xmlns:a16="http://schemas.microsoft.com/office/drawing/2014/main" id="{ED1D4F2F-7CEB-7D20-6874-19D1BDA4554B}"/>
              </a:ext>
            </a:extLst>
          </p:cNvPr>
          <p:cNvSpPr txBox="1">
            <a:spLocks/>
          </p:cNvSpPr>
          <p:nvPr/>
        </p:nvSpPr>
        <p:spPr>
          <a:xfrm>
            <a:off x="952890" y="2414238"/>
            <a:ext cx="10170544" cy="1087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„/“ – </a:t>
            </a:r>
            <a:r>
              <a:rPr lang="sr-Latn-RS" sz="2800" dirty="0" err="1">
                <a:solidFill>
                  <a:srgbClr val="44546A"/>
                </a:solidFill>
                <a:latin typeface="Montserrat Medium"/>
              </a:rPr>
              <a:t>korijenski</a:t>
            </a:r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 direktorijum -&gt; </a:t>
            </a:r>
            <a:r>
              <a:rPr lang="sr-Latn-RS" sz="2800" dirty="0" err="1">
                <a:solidFill>
                  <a:srgbClr val="44546A"/>
                </a:solidFill>
                <a:latin typeface="Montserrat Medium"/>
              </a:rPr>
              <a:t>Pocetak</a:t>
            </a:r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 apsolutne putanje svih datoteka u sistemu</a:t>
            </a:r>
            <a:endParaRPr lang="en-AU" dirty="0">
              <a:solidFill>
                <a:srgbClr val="44546A"/>
              </a:solidFill>
            </a:endParaRPr>
          </a:p>
        </p:txBody>
      </p:sp>
      <p:sp>
        <p:nvSpPr>
          <p:cNvPr id="78" name="Title 2">
            <a:extLst>
              <a:ext uri="{FF2B5EF4-FFF2-40B4-BE49-F238E27FC236}">
                <a16:creationId xmlns:a16="http://schemas.microsoft.com/office/drawing/2014/main" id="{7E1A5640-501A-C4E8-6132-0B9F7B378E4C}"/>
              </a:ext>
            </a:extLst>
          </p:cNvPr>
          <p:cNvSpPr txBox="1">
            <a:spLocks/>
          </p:cNvSpPr>
          <p:nvPr/>
        </p:nvSpPr>
        <p:spPr>
          <a:xfrm>
            <a:off x="952890" y="3659942"/>
            <a:ext cx="10170544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Tipovi putanja</a:t>
            </a:r>
            <a:endParaRPr lang="en-AU" dirty="0">
              <a:solidFill>
                <a:srgbClr val="44546A"/>
              </a:solidFill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B68CB9E-000D-EE4F-FEF5-390724BFE1E9}"/>
              </a:ext>
            </a:extLst>
          </p:cNvPr>
          <p:cNvSpPr/>
          <p:nvPr/>
        </p:nvSpPr>
        <p:spPr>
          <a:xfrm>
            <a:off x="662428" y="383127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0" name="Title 2">
            <a:extLst>
              <a:ext uri="{FF2B5EF4-FFF2-40B4-BE49-F238E27FC236}">
                <a16:creationId xmlns:a16="http://schemas.microsoft.com/office/drawing/2014/main" id="{6ECD1B85-E217-6F15-3CDB-A430BBA562D5}"/>
              </a:ext>
            </a:extLst>
          </p:cNvPr>
          <p:cNvSpPr txBox="1">
            <a:spLocks/>
          </p:cNvSpPr>
          <p:nvPr/>
        </p:nvSpPr>
        <p:spPr>
          <a:xfrm>
            <a:off x="1410090" y="4389539"/>
            <a:ext cx="8536167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Relativna </a:t>
            </a:r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– </a:t>
            </a:r>
            <a:r>
              <a:rPr lang="sr-Latn-RS" sz="1800" dirty="0" err="1">
                <a:solidFill>
                  <a:srgbClr val="44546A"/>
                </a:solidFill>
                <a:latin typeface="Montserrat Medium"/>
              </a:rPr>
              <a:t>Documents</a:t>
            </a:r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sz="1800" dirty="0" err="1">
                <a:solidFill>
                  <a:srgbClr val="44546A"/>
                </a:solidFill>
                <a:latin typeface="Montserrat Medium"/>
              </a:rPr>
              <a:t>txt</a:t>
            </a:r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/README</a:t>
            </a:r>
            <a:endParaRPr lang="en-AU" sz="1800" dirty="0">
              <a:solidFill>
                <a:srgbClr val="44546A"/>
              </a:solidFill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37E0F73F-6486-C40C-FA49-E0391A630252}"/>
              </a:ext>
            </a:extLst>
          </p:cNvPr>
          <p:cNvSpPr/>
          <p:nvPr/>
        </p:nvSpPr>
        <p:spPr>
          <a:xfrm>
            <a:off x="1119628" y="456582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2" name="Title 2">
            <a:extLst>
              <a:ext uri="{FF2B5EF4-FFF2-40B4-BE49-F238E27FC236}">
                <a16:creationId xmlns:a16="http://schemas.microsoft.com/office/drawing/2014/main" id="{D9134BA7-F1D5-3A9B-8D1A-0F99B5125E48}"/>
              </a:ext>
            </a:extLst>
          </p:cNvPr>
          <p:cNvSpPr txBox="1">
            <a:spLocks/>
          </p:cNvSpPr>
          <p:nvPr/>
        </p:nvSpPr>
        <p:spPr>
          <a:xfrm>
            <a:off x="1410090" y="5559283"/>
            <a:ext cx="8794960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Apsolutna </a:t>
            </a:r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- /</a:t>
            </a:r>
            <a:r>
              <a:rPr lang="sr-Latn-RS" sz="1800" dirty="0" err="1">
                <a:solidFill>
                  <a:srgbClr val="44546A"/>
                </a:solidFill>
                <a:latin typeface="Montserrat Medium"/>
              </a:rPr>
              <a:t>home</a:t>
            </a:r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sz="1800" dirty="0" err="1">
                <a:solidFill>
                  <a:srgbClr val="44546A"/>
                </a:solidFill>
                <a:latin typeface="Montserrat Medium"/>
              </a:rPr>
              <a:t>rtrk</a:t>
            </a:r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sz="1800" dirty="0" err="1">
                <a:solidFill>
                  <a:srgbClr val="44546A"/>
                </a:solidFill>
                <a:latin typeface="Montserrat Medium"/>
              </a:rPr>
              <a:t>Documents</a:t>
            </a:r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sz="1800" dirty="0" err="1">
                <a:solidFill>
                  <a:srgbClr val="44546A"/>
                </a:solidFill>
                <a:latin typeface="Montserrat Medium"/>
              </a:rPr>
              <a:t>txt</a:t>
            </a:r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/README</a:t>
            </a:r>
            <a:endParaRPr lang="en-AU" dirty="0">
              <a:solidFill>
                <a:srgbClr val="44546A"/>
              </a:solidFill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9C1AD2D8-70FE-97A2-D9C9-36C9545A32D3}"/>
              </a:ext>
            </a:extLst>
          </p:cNvPr>
          <p:cNvSpPr/>
          <p:nvPr/>
        </p:nvSpPr>
        <p:spPr>
          <a:xfrm>
            <a:off x="1119628" y="5733093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E2EAFD91-A082-0404-8A2A-1BED2EF0D4E6}"/>
              </a:ext>
            </a:extLst>
          </p:cNvPr>
          <p:cNvSpPr txBox="1">
            <a:spLocks/>
          </p:cNvSpPr>
          <p:nvPr/>
        </p:nvSpPr>
        <p:spPr>
          <a:xfrm>
            <a:off x="1698520" y="4974411"/>
            <a:ext cx="8794960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Počinje imenom direktorijuma ili datoteke i relativna u odnosu na trenutni direktorijum</a:t>
            </a:r>
            <a:endParaRPr lang="en-AU" dirty="0">
              <a:solidFill>
                <a:srgbClr val="44546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9BC242-4D95-2D5B-4944-D8C9E3398112}"/>
              </a:ext>
            </a:extLst>
          </p:cNvPr>
          <p:cNvSpPr txBox="1"/>
          <p:nvPr/>
        </p:nvSpPr>
        <p:spPr>
          <a:xfrm>
            <a:off x="1698520" y="6104214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Latn-RS" sz="1800" dirty="0" err="1">
                <a:solidFill>
                  <a:srgbClr val="44546A"/>
                </a:solidFill>
                <a:latin typeface="Montserrat Medium"/>
              </a:rPr>
              <a:t>Uvijek</a:t>
            </a:r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 počinje znakom „/“</a:t>
            </a:r>
            <a:endParaRPr lang="en-AU" dirty="0">
              <a:solidFill>
                <a:srgbClr val="4454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7621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32A6DABA-0A50-D825-19F7-8FEE35B25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E0C9FB-25C7-AAF7-6B44-C2DD74095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936" y="749373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Specijalni uređaji</a:t>
            </a:r>
            <a:endParaRPr lang="en-AU" dirty="0">
              <a:solidFill>
                <a:srgbClr val="44546A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396D0236-B867-90DA-681D-459AB8D36BA3}"/>
              </a:ext>
            </a:extLst>
          </p:cNvPr>
          <p:cNvSpPr/>
          <p:nvPr/>
        </p:nvSpPr>
        <p:spPr>
          <a:xfrm>
            <a:off x="666124" y="1734854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0" name="Title 2">
            <a:extLst>
              <a:ext uri="{FF2B5EF4-FFF2-40B4-BE49-F238E27FC236}">
                <a16:creationId xmlns:a16="http://schemas.microsoft.com/office/drawing/2014/main" id="{BA77A929-FCF8-3D4A-679E-74FDA71178A7}"/>
              </a:ext>
            </a:extLst>
          </p:cNvPr>
          <p:cNvSpPr txBox="1">
            <a:spLocks/>
          </p:cNvSpPr>
          <p:nvPr/>
        </p:nvSpPr>
        <p:spPr>
          <a:xfrm>
            <a:off x="952890" y="1514938"/>
            <a:ext cx="3817518" cy="582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/dev/</a:t>
            </a:r>
            <a:r>
              <a:rPr lang="sr-Latn-RS" sz="2800" dirty="0" err="1">
                <a:solidFill>
                  <a:srgbClr val="44546A"/>
                </a:solidFill>
                <a:latin typeface="Montserrat Medium"/>
              </a:rPr>
              <a:t>null</a:t>
            </a:r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 (crna rupa)</a:t>
            </a:r>
            <a:endParaRPr lang="en-AU" dirty="0">
              <a:solidFill>
                <a:srgbClr val="44546A"/>
              </a:solidFill>
            </a:endParaRPr>
          </a:p>
        </p:txBody>
      </p:sp>
      <p:sp>
        <p:nvSpPr>
          <p:cNvPr id="76" name="Title 2">
            <a:extLst>
              <a:ext uri="{FF2B5EF4-FFF2-40B4-BE49-F238E27FC236}">
                <a16:creationId xmlns:a16="http://schemas.microsoft.com/office/drawing/2014/main" id="{6FF57B44-1AE3-7606-C63E-5DF99EC00E44}"/>
              </a:ext>
            </a:extLst>
          </p:cNvPr>
          <p:cNvSpPr txBox="1">
            <a:spLocks/>
          </p:cNvSpPr>
          <p:nvPr/>
        </p:nvSpPr>
        <p:spPr>
          <a:xfrm>
            <a:off x="1410090" y="2166988"/>
            <a:ext cx="10170544" cy="7277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2000" dirty="0">
                <a:solidFill>
                  <a:srgbClr val="44546A"/>
                </a:solidFill>
                <a:latin typeface="Montserrat Medium"/>
              </a:rPr>
              <a:t>- Slivnik za podatke, uništava sve podatke koji mu se </a:t>
            </a:r>
            <a:r>
              <a:rPr lang="sr-Latn-RS" sz="2000" dirty="0" err="1">
                <a:solidFill>
                  <a:srgbClr val="44546A"/>
                </a:solidFill>
                <a:latin typeface="Montserrat Medium"/>
              </a:rPr>
              <a:t>proslijede</a:t>
            </a:r>
            <a:endParaRPr lang="sr-Latn-RS" sz="2000" dirty="0">
              <a:solidFill>
                <a:srgbClr val="44546A"/>
              </a:solidFill>
              <a:latin typeface="Montserrat Medium"/>
            </a:endParaRPr>
          </a:p>
          <a:p>
            <a:r>
              <a:rPr lang="sr-Latn-RS" sz="2000" dirty="0">
                <a:solidFill>
                  <a:srgbClr val="44546A"/>
                </a:solidFill>
                <a:latin typeface="Montserrat Medium"/>
              </a:rPr>
              <a:t>- Koristan za uklanjanje neželjenih ispisa</a:t>
            </a:r>
            <a:endParaRPr lang="en-AU" sz="2000" dirty="0">
              <a:solidFill>
                <a:srgbClr val="44546A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216006A-6364-A86A-3765-17B417527177}"/>
              </a:ext>
            </a:extLst>
          </p:cNvPr>
          <p:cNvSpPr/>
          <p:nvPr/>
        </p:nvSpPr>
        <p:spPr>
          <a:xfrm>
            <a:off x="666124" y="3322891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1C7EF7A1-660E-4263-14CA-DBD7FD7BA74A}"/>
              </a:ext>
            </a:extLst>
          </p:cNvPr>
          <p:cNvSpPr txBox="1">
            <a:spLocks/>
          </p:cNvSpPr>
          <p:nvPr/>
        </p:nvSpPr>
        <p:spPr>
          <a:xfrm>
            <a:off x="952890" y="3137694"/>
            <a:ext cx="7362974" cy="582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/dev/</a:t>
            </a:r>
            <a:r>
              <a:rPr lang="sr-Latn-RS" sz="2800" dirty="0" err="1">
                <a:solidFill>
                  <a:srgbClr val="44546A"/>
                </a:solidFill>
                <a:latin typeface="Montserrat Medium"/>
              </a:rPr>
              <a:t>random</a:t>
            </a:r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 (nasumični bajtovi)</a:t>
            </a:r>
            <a:endParaRPr lang="en-AU" dirty="0">
              <a:solidFill>
                <a:srgbClr val="44546A"/>
              </a:solidFill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521C6999-049C-1E40-AD05-C9B3F3F3E690}"/>
              </a:ext>
            </a:extLst>
          </p:cNvPr>
          <p:cNvSpPr txBox="1">
            <a:spLocks/>
          </p:cNvSpPr>
          <p:nvPr/>
        </p:nvSpPr>
        <p:spPr>
          <a:xfrm>
            <a:off x="1410090" y="3755025"/>
            <a:ext cx="10170544" cy="7277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2000" dirty="0">
                <a:solidFill>
                  <a:srgbClr val="44546A"/>
                </a:solidFill>
                <a:latin typeface="Montserrat Medium"/>
              </a:rPr>
              <a:t>Čitanje ove datoteke vraća nasumične </a:t>
            </a:r>
            <a:r>
              <a:rPr lang="sr-Latn-RS" sz="2000" dirty="0" err="1">
                <a:solidFill>
                  <a:srgbClr val="44546A"/>
                </a:solidFill>
                <a:latin typeface="Montserrat Medium"/>
              </a:rPr>
              <a:t>bajove</a:t>
            </a:r>
            <a:endParaRPr lang="sr-Latn-RS" sz="2000" dirty="0">
              <a:solidFill>
                <a:srgbClr val="44546A"/>
              </a:solidFill>
              <a:latin typeface="Montserrat Medium"/>
            </a:endParaRPr>
          </a:p>
          <a:p>
            <a:r>
              <a:rPr lang="sr-Latn-RS" sz="2000" dirty="0">
                <a:solidFill>
                  <a:srgbClr val="44546A"/>
                </a:solidFill>
                <a:latin typeface="Montserrat Medium"/>
              </a:rPr>
              <a:t>Uglavnom se koristi u kriptografskim programima</a:t>
            </a:r>
            <a:endParaRPr lang="en-AU" sz="2000" dirty="0">
              <a:solidFill>
                <a:srgbClr val="44546A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27DD700-24D5-C992-CD74-772E3EBE4BCF}"/>
              </a:ext>
            </a:extLst>
          </p:cNvPr>
          <p:cNvSpPr/>
          <p:nvPr/>
        </p:nvSpPr>
        <p:spPr>
          <a:xfrm>
            <a:off x="666124" y="4980367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15F20627-1FE2-12D1-6D50-967FBB0DAA28}"/>
              </a:ext>
            </a:extLst>
          </p:cNvPr>
          <p:cNvSpPr txBox="1">
            <a:spLocks/>
          </p:cNvSpPr>
          <p:nvPr/>
        </p:nvSpPr>
        <p:spPr>
          <a:xfrm>
            <a:off x="952889" y="4760451"/>
            <a:ext cx="6508959" cy="582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/dev/</a:t>
            </a:r>
            <a:r>
              <a:rPr lang="sr-Latn-RS" sz="2800" dirty="0" err="1">
                <a:solidFill>
                  <a:srgbClr val="44546A"/>
                </a:solidFill>
                <a:latin typeface="Montserrat Medium"/>
              </a:rPr>
              <a:t>full</a:t>
            </a:r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 (popunjena memorija)</a:t>
            </a:r>
            <a:endParaRPr lang="en-AU" dirty="0">
              <a:solidFill>
                <a:srgbClr val="44546A"/>
              </a:solidFill>
            </a:endParaRP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020F33B2-A09D-C4FB-946D-DA20825C5853}"/>
              </a:ext>
            </a:extLst>
          </p:cNvPr>
          <p:cNvSpPr txBox="1">
            <a:spLocks/>
          </p:cNvSpPr>
          <p:nvPr/>
        </p:nvSpPr>
        <p:spPr>
          <a:xfrm>
            <a:off x="1410090" y="5412501"/>
            <a:ext cx="10170544" cy="7277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pPr marL="342900" indent="-342900">
              <a:buFontTx/>
              <a:buChar char="-"/>
            </a:pPr>
            <a:r>
              <a:rPr lang="sr-Latn-RS" sz="2000" dirty="0">
                <a:solidFill>
                  <a:srgbClr val="44546A"/>
                </a:solidFill>
                <a:latin typeface="Montserrat Medium"/>
              </a:rPr>
              <a:t>Imitira uređaj sa popunjenom memorijom</a:t>
            </a:r>
          </a:p>
          <a:p>
            <a:pPr marL="342900" indent="-342900">
              <a:buFontTx/>
              <a:buChar char="-"/>
            </a:pPr>
            <a:r>
              <a:rPr lang="sr-Latn-RS" sz="2000" dirty="0">
                <a:solidFill>
                  <a:srgbClr val="44546A"/>
                </a:solidFill>
                <a:latin typeface="Montserrat Medium"/>
              </a:rPr>
              <a:t>Koristan za testiranje programa u slučaju popunjenosti memorijskog diska</a:t>
            </a:r>
          </a:p>
        </p:txBody>
      </p:sp>
    </p:spTree>
    <p:extLst>
      <p:ext uri="{BB962C8B-B14F-4D97-AF65-F5344CB8AC3E}">
        <p14:creationId xmlns:p14="http://schemas.microsoft.com/office/powerpoint/2010/main" val="4093600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A4C915A4-D5F5-19E8-9064-99239C14E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FF445AC-2BF4-44ED-04D9-6086945C2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 err="1">
                <a:solidFill>
                  <a:srgbClr val="44546A"/>
                </a:solidFill>
              </a:rPr>
              <a:t>ls</a:t>
            </a:r>
            <a:r>
              <a:rPr lang="sr-Latn-RS" sz="2800" dirty="0">
                <a:solidFill>
                  <a:srgbClr val="44546A"/>
                </a:solidFill>
              </a:rPr>
              <a:t> komanda, šabloni u imenu datoteke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BF15D8AA-AA9E-CFA4-EC9D-B020801ECBFA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B51DA6FD-D4AF-7E5C-4644-BF943E4D2B37}"/>
              </a:ext>
            </a:extLst>
          </p:cNvPr>
          <p:cNvSpPr/>
          <p:nvPr/>
        </p:nvSpPr>
        <p:spPr>
          <a:xfrm>
            <a:off x="602042" y="4610348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ED2EB501-EA92-23B3-1083-E82BF1E81121}"/>
              </a:ext>
            </a:extLst>
          </p:cNvPr>
          <p:cNvSpPr/>
          <p:nvPr/>
        </p:nvSpPr>
        <p:spPr>
          <a:xfrm>
            <a:off x="602043" y="2347532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55D6294C-690A-CA91-4DC9-1F3296FAA1BB}"/>
              </a:ext>
            </a:extLst>
          </p:cNvPr>
          <p:cNvSpPr/>
          <p:nvPr/>
        </p:nvSpPr>
        <p:spPr>
          <a:xfrm>
            <a:off x="602043" y="3046339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327C23CE-6A8B-7B5A-FF03-BF598EA85B73}"/>
              </a:ext>
            </a:extLst>
          </p:cNvPr>
          <p:cNvSpPr/>
          <p:nvPr/>
        </p:nvSpPr>
        <p:spPr>
          <a:xfrm>
            <a:off x="602043" y="374514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5E45F6-49F0-A6F2-4674-B95CB9A67BEC}"/>
              </a:ext>
            </a:extLst>
          </p:cNvPr>
          <p:cNvSpPr txBox="1"/>
          <p:nvPr/>
        </p:nvSpPr>
        <p:spPr>
          <a:xfrm>
            <a:off x="892504" y="1528497"/>
            <a:ext cx="108392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Izlistava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sadržaj direktorijuma, bez skrivenih datoteka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093960-809E-F2B0-3F52-A7ADEF844962}"/>
              </a:ext>
            </a:extLst>
          </p:cNvPr>
          <p:cNvSpPr txBox="1"/>
          <p:nvPr/>
        </p:nvSpPr>
        <p:spPr>
          <a:xfrm>
            <a:off x="892505" y="2226309"/>
            <a:ext cx="8174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ls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–a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0548F2-DA49-447F-F74F-D74DC5C40394}"/>
              </a:ext>
            </a:extLst>
          </p:cNvPr>
          <p:cNvSpPr txBox="1"/>
          <p:nvPr/>
        </p:nvSpPr>
        <p:spPr>
          <a:xfrm>
            <a:off x="1864256" y="2226309"/>
            <a:ext cx="6696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Izlistava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sve datoteke uključujući i skrivene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3FF45-40E9-ED84-C9D4-C9E74E5B5FD4}"/>
              </a:ext>
            </a:extLst>
          </p:cNvPr>
          <p:cNvSpPr txBox="1"/>
          <p:nvPr/>
        </p:nvSpPr>
        <p:spPr>
          <a:xfrm>
            <a:off x="892505" y="3633171"/>
            <a:ext cx="2947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ls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[parametri]&lt;putanja&gt;</a:t>
            </a:r>
            <a:endParaRPr lang="en-GB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8FB658-F97C-13B6-EBF1-0476FD1ED4E9}"/>
              </a:ext>
            </a:extLst>
          </p:cNvPr>
          <p:cNvSpPr txBox="1"/>
          <p:nvPr/>
        </p:nvSpPr>
        <p:spPr>
          <a:xfrm>
            <a:off x="4166057" y="3633171"/>
            <a:ext cx="9051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Izlistava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sadržaaj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na putanji &lt;putanja&gt;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ED7AFAF9-D977-51C4-FD89-ADB2E858E144}"/>
              </a:ext>
            </a:extLst>
          </p:cNvPr>
          <p:cNvSpPr txBox="1">
            <a:spLocks/>
          </p:cNvSpPr>
          <p:nvPr/>
        </p:nvSpPr>
        <p:spPr>
          <a:xfrm>
            <a:off x="892504" y="4439015"/>
            <a:ext cx="4347008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b="1" dirty="0">
                <a:solidFill>
                  <a:srgbClr val="44546A"/>
                </a:solidFill>
              </a:rPr>
              <a:t>*</a:t>
            </a:r>
            <a:r>
              <a:rPr lang="sr-Latn-RS" sz="1800" dirty="0">
                <a:solidFill>
                  <a:srgbClr val="44546A"/>
                </a:solidFill>
              </a:rPr>
              <a:t> - </a:t>
            </a:r>
            <a:r>
              <a:rPr lang="sr-Latn-RS" sz="1800" dirty="0" err="1">
                <a:solidFill>
                  <a:srgbClr val="44546A"/>
                </a:solidFill>
              </a:rPr>
              <a:t>mijenja</a:t>
            </a:r>
            <a:r>
              <a:rPr lang="sr-Latn-RS" sz="1800" dirty="0">
                <a:solidFill>
                  <a:srgbClr val="44546A"/>
                </a:solidFill>
              </a:rPr>
              <a:t> bilo koju grupu karaktera</a:t>
            </a:r>
            <a:endParaRPr lang="en-AU" sz="1800" b="1" dirty="0">
              <a:solidFill>
                <a:srgbClr val="44546A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62B67F9-F19A-D91D-A700-6543CF78AB79}"/>
              </a:ext>
            </a:extLst>
          </p:cNvPr>
          <p:cNvSpPr/>
          <p:nvPr/>
        </p:nvSpPr>
        <p:spPr>
          <a:xfrm>
            <a:off x="556112" y="5689239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0072CB-70F8-5EA3-8D34-140041C36C79}"/>
              </a:ext>
            </a:extLst>
          </p:cNvPr>
          <p:cNvSpPr txBox="1"/>
          <p:nvPr/>
        </p:nvSpPr>
        <p:spPr>
          <a:xfrm>
            <a:off x="892505" y="2917736"/>
            <a:ext cx="8174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ls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–l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B129C0-ECD3-39D9-7665-7F6117189D0C}"/>
              </a:ext>
            </a:extLst>
          </p:cNvPr>
          <p:cNvSpPr txBox="1"/>
          <p:nvPr/>
        </p:nvSpPr>
        <p:spPr>
          <a:xfrm>
            <a:off x="1864256" y="2917871"/>
            <a:ext cx="9565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Duži ispis sa više podataka (tip, datum, veličina, vlasnik, prava pristupa)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8" name="Title 2">
            <a:extLst>
              <a:ext uri="{FF2B5EF4-FFF2-40B4-BE49-F238E27FC236}">
                <a16:creationId xmlns:a16="http://schemas.microsoft.com/office/drawing/2014/main" id="{1FD3CC72-686B-9B6F-2F55-CEA16FC28B4A}"/>
              </a:ext>
            </a:extLst>
          </p:cNvPr>
          <p:cNvSpPr txBox="1">
            <a:spLocks/>
          </p:cNvSpPr>
          <p:nvPr/>
        </p:nvSpPr>
        <p:spPr>
          <a:xfrm>
            <a:off x="892503" y="5512078"/>
            <a:ext cx="4347008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b="1" dirty="0">
                <a:solidFill>
                  <a:srgbClr val="44546A"/>
                </a:solidFill>
              </a:rPr>
              <a:t>?</a:t>
            </a:r>
            <a:r>
              <a:rPr lang="sr-Latn-RS" sz="1800" dirty="0">
                <a:solidFill>
                  <a:srgbClr val="44546A"/>
                </a:solidFill>
              </a:rPr>
              <a:t> – </a:t>
            </a:r>
            <a:r>
              <a:rPr lang="sr-Latn-RS" sz="1800" dirty="0" err="1">
                <a:solidFill>
                  <a:srgbClr val="44546A"/>
                </a:solidFill>
              </a:rPr>
              <a:t>mijenja</a:t>
            </a:r>
            <a:r>
              <a:rPr lang="sr-Latn-RS" sz="1800" dirty="0">
                <a:solidFill>
                  <a:srgbClr val="44546A"/>
                </a:solidFill>
              </a:rPr>
              <a:t> jedan (bilo koji) karakter</a:t>
            </a:r>
            <a:endParaRPr lang="en-AU" sz="1800" b="1" dirty="0">
              <a:solidFill>
                <a:srgbClr val="44546A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0E9A6EA-07D9-7E23-968E-826A4AC05DAF}"/>
              </a:ext>
            </a:extLst>
          </p:cNvPr>
          <p:cNvSpPr/>
          <p:nvPr/>
        </p:nvSpPr>
        <p:spPr>
          <a:xfrm>
            <a:off x="892503" y="5146879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CBBB3E4-BC11-46BF-8A72-1604CD844D9E}"/>
              </a:ext>
            </a:extLst>
          </p:cNvPr>
          <p:cNvSpPr/>
          <p:nvPr/>
        </p:nvSpPr>
        <p:spPr>
          <a:xfrm>
            <a:off x="892503" y="6219943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ED126D83-DE0D-EE57-9171-73F7F38271AA}"/>
              </a:ext>
            </a:extLst>
          </p:cNvPr>
          <p:cNvSpPr txBox="1">
            <a:spLocks/>
          </p:cNvSpPr>
          <p:nvPr/>
        </p:nvSpPr>
        <p:spPr>
          <a:xfrm>
            <a:off x="1172920" y="4985508"/>
            <a:ext cx="848929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b="1" dirty="0" err="1">
                <a:solidFill>
                  <a:srgbClr val="44546A"/>
                </a:solidFill>
              </a:rPr>
              <a:t>ls</a:t>
            </a:r>
            <a:r>
              <a:rPr lang="sr-Latn-RS" sz="1800" b="1" dirty="0">
                <a:solidFill>
                  <a:srgbClr val="44546A"/>
                </a:solidFill>
              </a:rPr>
              <a:t> *</a:t>
            </a:r>
            <a:r>
              <a:rPr lang="sr-Latn-RS" sz="1800" b="1" dirty="0" err="1">
                <a:solidFill>
                  <a:srgbClr val="44546A"/>
                </a:solidFill>
              </a:rPr>
              <a:t>txt</a:t>
            </a:r>
            <a:endParaRPr lang="en-AU" sz="1800" b="1" dirty="0">
              <a:solidFill>
                <a:srgbClr val="44546A"/>
              </a:solidFill>
            </a:endParaRPr>
          </a:p>
        </p:txBody>
      </p:sp>
      <p:sp>
        <p:nvSpPr>
          <p:cNvPr id="24" name="Title 2">
            <a:extLst>
              <a:ext uri="{FF2B5EF4-FFF2-40B4-BE49-F238E27FC236}">
                <a16:creationId xmlns:a16="http://schemas.microsoft.com/office/drawing/2014/main" id="{A7025729-ACFC-66CF-7D29-E814D1889E1D}"/>
              </a:ext>
            </a:extLst>
          </p:cNvPr>
          <p:cNvSpPr txBox="1">
            <a:spLocks/>
          </p:cNvSpPr>
          <p:nvPr/>
        </p:nvSpPr>
        <p:spPr>
          <a:xfrm>
            <a:off x="1172920" y="6041466"/>
            <a:ext cx="1634287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b="1" dirty="0" err="1">
                <a:solidFill>
                  <a:srgbClr val="44546A"/>
                </a:solidFill>
              </a:rPr>
              <a:t>ls</a:t>
            </a:r>
            <a:r>
              <a:rPr lang="sr-Latn-RS" sz="1800" b="1" dirty="0">
                <a:solidFill>
                  <a:srgbClr val="44546A"/>
                </a:solidFill>
              </a:rPr>
              <a:t> ?.log</a:t>
            </a:r>
            <a:endParaRPr lang="en-AU" sz="1800" b="1" dirty="0">
              <a:solidFill>
                <a:srgbClr val="4454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3058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1B9C047B-351B-A829-C4D1-6674457EF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6809E2-C4EA-F130-8C0C-46B9D509A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>
                <a:solidFill>
                  <a:srgbClr val="44546A"/>
                </a:solidFill>
              </a:rPr>
              <a:t>Specijalni direktorijumi, cd, </a:t>
            </a:r>
            <a:r>
              <a:rPr lang="sr-Latn-RS" sz="2800" dirty="0" err="1">
                <a:solidFill>
                  <a:srgbClr val="44546A"/>
                </a:solidFill>
              </a:rPr>
              <a:t>pwd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AA4410D7-1939-C2F4-8BF2-710621F862D1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EFDD1614-C27F-80B0-5420-05E8A5F5718E}"/>
              </a:ext>
            </a:extLst>
          </p:cNvPr>
          <p:cNvSpPr/>
          <p:nvPr/>
        </p:nvSpPr>
        <p:spPr>
          <a:xfrm>
            <a:off x="602043" y="4443953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E9274EF7-6CA0-3C08-50FD-6B5EB1156B99}"/>
              </a:ext>
            </a:extLst>
          </p:cNvPr>
          <p:cNvSpPr/>
          <p:nvPr/>
        </p:nvSpPr>
        <p:spPr>
          <a:xfrm>
            <a:off x="602043" y="2347532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59CB97CD-AC82-ACD9-EFAA-5A01D0EFAA5E}"/>
              </a:ext>
            </a:extLst>
          </p:cNvPr>
          <p:cNvSpPr/>
          <p:nvPr/>
        </p:nvSpPr>
        <p:spPr>
          <a:xfrm>
            <a:off x="602043" y="3046339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E997975E-13F3-A776-FF5E-CE4A5A1E2413}"/>
              </a:ext>
            </a:extLst>
          </p:cNvPr>
          <p:cNvSpPr/>
          <p:nvPr/>
        </p:nvSpPr>
        <p:spPr>
          <a:xfrm>
            <a:off x="602043" y="374514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FE7281-6889-C92F-5472-B7FBBFBDB407}"/>
              </a:ext>
            </a:extLst>
          </p:cNvPr>
          <p:cNvSpPr txBox="1"/>
          <p:nvPr/>
        </p:nvSpPr>
        <p:spPr>
          <a:xfrm>
            <a:off x="892505" y="1528497"/>
            <a:ext cx="4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./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9E1AC1-7909-ADA1-0A05-EE413C514B41}"/>
              </a:ext>
            </a:extLst>
          </p:cNvPr>
          <p:cNvSpPr txBox="1"/>
          <p:nvPr/>
        </p:nvSpPr>
        <p:spPr>
          <a:xfrm>
            <a:off x="892505" y="2226309"/>
            <a:ext cx="8174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../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B004AD-0D9A-197E-57B7-F380106D38EA}"/>
              </a:ext>
            </a:extLst>
          </p:cNvPr>
          <p:cNvSpPr txBox="1"/>
          <p:nvPr/>
        </p:nvSpPr>
        <p:spPr>
          <a:xfrm>
            <a:off x="3521465" y="1528497"/>
            <a:ext cx="2769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Trenutni direktorijum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224C63-3E2A-0227-90BB-4D7A7CCF02F4}"/>
              </a:ext>
            </a:extLst>
          </p:cNvPr>
          <p:cNvSpPr txBox="1"/>
          <p:nvPr/>
        </p:nvSpPr>
        <p:spPr>
          <a:xfrm>
            <a:off x="3521465" y="2971161"/>
            <a:ext cx="9142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Korisnički direktorijum (/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home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/&lt;korisnik&gt;), 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~korisnik2/</a:t>
            </a:r>
            <a:endParaRPr lang="en-GB" b="1" dirty="0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02754BF6-4593-D527-AB25-3ACBCECA999C}"/>
              </a:ext>
            </a:extLst>
          </p:cNvPr>
          <p:cNvSpPr txBox="1">
            <a:spLocks/>
          </p:cNvSpPr>
          <p:nvPr/>
        </p:nvSpPr>
        <p:spPr>
          <a:xfrm>
            <a:off x="892503" y="3559134"/>
            <a:ext cx="1247193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b="1" dirty="0">
                <a:solidFill>
                  <a:srgbClr val="44546A"/>
                </a:solidFill>
              </a:rPr>
              <a:t>cd &lt;</a:t>
            </a:r>
            <a:r>
              <a:rPr lang="sr-Latn-RS" sz="1800" b="1" dirty="0" err="1">
                <a:solidFill>
                  <a:srgbClr val="44546A"/>
                </a:solidFill>
              </a:rPr>
              <a:t>dir</a:t>
            </a:r>
            <a:r>
              <a:rPr lang="sr-Latn-RS" sz="1800" b="1" dirty="0">
                <a:solidFill>
                  <a:srgbClr val="44546A"/>
                </a:solidFill>
              </a:rPr>
              <a:t>&gt;</a:t>
            </a:r>
            <a:endParaRPr lang="en-AU" sz="1800" b="1" dirty="0">
              <a:solidFill>
                <a:srgbClr val="44546A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5DBA262-3273-AE98-8462-E1B794A56EA7}"/>
              </a:ext>
            </a:extLst>
          </p:cNvPr>
          <p:cNvSpPr/>
          <p:nvPr/>
        </p:nvSpPr>
        <p:spPr>
          <a:xfrm>
            <a:off x="602043" y="5141208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123BE0-4204-C8B8-4DC5-5AF50ED63863}"/>
              </a:ext>
            </a:extLst>
          </p:cNvPr>
          <p:cNvSpPr txBox="1"/>
          <p:nvPr/>
        </p:nvSpPr>
        <p:spPr>
          <a:xfrm>
            <a:off x="892506" y="2917736"/>
            <a:ext cx="4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~/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3A106-6C6D-15CC-7CB2-717E89CE7278}"/>
              </a:ext>
            </a:extLst>
          </p:cNvPr>
          <p:cNvSpPr txBox="1"/>
          <p:nvPr/>
        </p:nvSpPr>
        <p:spPr>
          <a:xfrm>
            <a:off x="3521465" y="2278934"/>
            <a:ext cx="4445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Roditeljnski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(prethodni) direktorijum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3A266B28-16BA-94A0-FE39-F1E66438FE5D}"/>
              </a:ext>
            </a:extLst>
          </p:cNvPr>
          <p:cNvSpPr txBox="1">
            <a:spLocks/>
          </p:cNvSpPr>
          <p:nvPr/>
        </p:nvSpPr>
        <p:spPr>
          <a:xfrm>
            <a:off x="892503" y="4250561"/>
            <a:ext cx="848929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b="1" dirty="0">
                <a:solidFill>
                  <a:srgbClr val="44546A"/>
                </a:solidFill>
              </a:rPr>
              <a:t>cd -</a:t>
            </a:r>
            <a:endParaRPr lang="en-AU" sz="1800" b="1" dirty="0">
              <a:solidFill>
                <a:srgbClr val="44546A"/>
              </a:solidFill>
            </a:endParaRPr>
          </a:p>
        </p:txBody>
      </p:sp>
      <p:sp>
        <p:nvSpPr>
          <p:cNvPr id="24" name="Title 2">
            <a:extLst>
              <a:ext uri="{FF2B5EF4-FFF2-40B4-BE49-F238E27FC236}">
                <a16:creationId xmlns:a16="http://schemas.microsoft.com/office/drawing/2014/main" id="{DACE5CC9-4056-439F-EFED-B10E939DAD0E}"/>
              </a:ext>
            </a:extLst>
          </p:cNvPr>
          <p:cNvSpPr txBox="1">
            <a:spLocks/>
          </p:cNvSpPr>
          <p:nvPr/>
        </p:nvSpPr>
        <p:spPr>
          <a:xfrm>
            <a:off x="892503" y="4969875"/>
            <a:ext cx="848929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b="1" dirty="0" err="1">
                <a:solidFill>
                  <a:srgbClr val="44546A"/>
                </a:solidFill>
              </a:rPr>
              <a:t>pwd</a:t>
            </a:r>
            <a:endParaRPr lang="en-AU" sz="1800" b="1" dirty="0">
              <a:solidFill>
                <a:srgbClr val="44546A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31E019-9211-78FF-ED8A-0ECE8DEF35D5}"/>
              </a:ext>
            </a:extLst>
          </p:cNvPr>
          <p:cNvSpPr txBox="1"/>
          <p:nvPr/>
        </p:nvSpPr>
        <p:spPr>
          <a:xfrm>
            <a:off x="3521464" y="3611759"/>
            <a:ext cx="6280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Mijenja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trenutni direktorijum u &lt;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dir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&gt;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83B30C-03D0-96AE-ED18-FD16B4108C9D}"/>
              </a:ext>
            </a:extLst>
          </p:cNvPr>
          <p:cNvSpPr txBox="1"/>
          <p:nvPr/>
        </p:nvSpPr>
        <p:spPr>
          <a:xfrm>
            <a:off x="3521464" y="4303186"/>
            <a:ext cx="5787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Postavlja prethodni direktorijum kao trenutni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4D2FAC-196C-D9E2-7553-F007A3D273D0}"/>
              </a:ext>
            </a:extLst>
          </p:cNvPr>
          <p:cNvSpPr txBox="1"/>
          <p:nvPr/>
        </p:nvSpPr>
        <p:spPr>
          <a:xfrm>
            <a:off x="3521463" y="5025305"/>
            <a:ext cx="6934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Ispisuje apsolutnu putanju do trenutnog direktorijuma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1435601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A9E8C6AD-93AB-33C6-0D38-17A8666C2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8FCB935-B81D-A7DE-71DC-C5ABC2FEE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 err="1">
                <a:solidFill>
                  <a:srgbClr val="44546A"/>
                </a:solidFill>
              </a:rPr>
              <a:t>cp</a:t>
            </a:r>
            <a:r>
              <a:rPr lang="sr-Latn-RS" sz="2800" dirty="0">
                <a:solidFill>
                  <a:srgbClr val="44546A"/>
                </a:solidFill>
              </a:rPr>
              <a:t> komanda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01526120-7D57-DF8F-5BA4-997339ED7269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143B35B-5BD1-42C1-1E39-A88B97DA1BAC}"/>
              </a:ext>
            </a:extLst>
          </p:cNvPr>
          <p:cNvSpPr/>
          <p:nvPr/>
        </p:nvSpPr>
        <p:spPr>
          <a:xfrm>
            <a:off x="602044" y="554820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5FAC01F-6369-D342-5822-BB5364B270C1}"/>
              </a:ext>
            </a:extLst>
          </p:cNvPr>
          <p:cNvSpPr/>
          <p:nvPr/>
        </p:nvSpPr>
        <p:spPr>
          <a:xfrm>
            <a:off x="602043" y="2578343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3395AAAB-8B70-63AB-60EB-64BD526D140B}"/>
              </a:ext>
            </a:extLst>
          </p:cNvPr>
          <p:cNvSpPr/>
          <p:nvPr/>
        </p:nvSpPr>
        <p:spPr>
          <a:xfrm>
            <a:off x="602043" y="351434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2AA19CF6-E907-FAD7-F09D-540386C230A5}"/>
              </a:ext>
            </a:extLst>
          </p:cNvPr>
          <p:cNvSpPr/>
          <p:nvPr/>
        </p:nvSpPr>
        <p:spPr>
          <a:xfrm>
            <a:off x="602043" y="450155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E09408-8F9A-9DA9-4EDD-73D74F2C94F2}"/>
              </a:ext>
            </a:extLst>
          </p:cNvPr>
          <p:cNvSpPr txBox="1"/>
          <p:nvPr/>
        </p:nvSpPr>
        <p:spPr>
          <a:xfrm>
            <a:off x="892504" y="1528497"/>
            <a:ext cx="542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cp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&lt;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izvorna_datoteka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&gt;&lt;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odredišna_datoteka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&gt;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2347F1-6F0B-BBE6-3360-87A88BE92B1D}"/>
              </a:ext>
            </a:extLst>
          </p:cNvPr>
          <p:cNvSpPr txBox="1"/>
          <p:nvPr/>
        </p:nvSpPr>
        <p:spPr>
          <a:xfrm>
            <a:off x="892505" y="2457120"/>
            <a:ext cx="52034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cp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dat1 dat2 dat3… 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dir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A945A280-587B-C633-BBAA-7F2491198D86}"/>
              </a:ext>
            </a:extLst>
          </p:cNvPr>
          <p:cNvSpPr txBox="1">
            <a:spLocks/>
          </p:cNvSpPr>
          <p:nvPr/>
        </p:nvSpPr>
        <p:spPr>
          <a:xfrm>
            <a:off x="892503" y="4315544"/>
            <a:ext cx="6770169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b="1" dirty="0" err="1">
                <a:solidFill>
                  <a:srgbClr val="44546A"/>
                </a:solidFill>
              </a:rPr>
              <a:t>cp</a:t>
            </a:r>
            <a:r>
              <a:rPr lang="sr-Latn-RS" sz="1800" b="1" dirty="0">
                <a:solidFill>
                  <a:srgbClr val="44546A"/>
                </a:solidFill>
              </a:rPr>
              <a:t> –r &lt;</a:t>
            </a:r>
            <a:r>
              <a:rPr lang="sr-Latn-RS" sz="1800" b="1" dirty="0" err="1">
                <a:solidFill>
                  <a:srgbClr val="44546A"/>
                </a:solidFill>
              </a:rPr>
              <a:t>izvorišni_dir</a:t>
            </a:r>
            <a:r>
              <a:rPr lang="sr-Latn-RS" sz="1800" b="1" dirty="0">
                <a:solidFill>
                  <a:srgbClr val="44546A"/>
                </a:solidFill>
              </a:rPr>
              <a:t>&gt; &lt;</a:t>
            </a:r>
            <a:r>
              <a:rPr lang="sr-Latn-RS" sz="1800" b="1" dirty="0" err="1">
                <a:solidFill>
                  <a:srgbClr val="44546A"/>
                </a:solidFill>
              </a:rPr>
              <a:t>odredišni_dir</a:t>
            </a:r>
            <a:r>
              <a:rPr lang="sr-Latn-RS" sz="1800" b="1" dirty="0">
                <a:solidFill>
                  <a:srgbClr val="44546A"/>
                </a:solidFill>
              </a:rPr>
              <a:t>&gt; (</a:t>
            </a:r>
            <a:r>
              <a:rPr lang="sr-Latn-RS" sz="1800" b="1" dirty="0" err="1">
                <a:solidFill>
                  <a:srgbClr val="44546A"/>
                </a:solidFill>
              </a:rPr>
              <a:t>recursive</a:t>
            </a:r>
            <a:r>
              <a:rPr lang="sr-Latn-RS" sz="1800" b="1" dirty="0">
                <a:solidFill>
                  <a:srgbClr val="44546A"/>
                </a:solidFill>
              </a:rPr>
              <a:t>)</a:t>
            </a:r>
            <a:endParaRPr lang="en-AU" sz="1800" b="1" dirty="0">
              <a:solidFill>
                <a:srgbClr val="44546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F278B-6168-009B-F4E8-144E22552A46}"/>
              </a:ext>
            </a:extLst>
          </p:cNvPr>
          <p:cNvSpPr txBox="1"/>
          <p:nvPr/>
        </p:nvSpPr>
        <p:spPr>
          <a:xfrm>
            <a:off x="892506" y="3385743"/>
            <a:ext cx="5203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cp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–i (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interactive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)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C18751A7-9F91-1244-A9F0-E90658902ED7}"/>
              </a:ext>
            </a:extLst>
          </p:cNvPr>
          <p:cNvSpPr txBox="1">
            <a:spLocks/>
          </p:cNvSpPr>
          <p:nvPr/>
        </p:nvSpPr>
        <p:spPr>
          <a:xfrm>
            <a:off x="892504" y="5354813"/>
            <a:ext cx="5426000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b="1" dirty="0" err="1">
                <a:solidFill>
                  <a:srgbClr val="44546A"/>
                </a:solidFill>
              </a:rPr>
              <a:t>cp</a:t>
            </a:r>
            <a:r>
              <a:rPr lang="sr-Latn-RS" sz="1800" b="1" dirty="0">
                <a:solidFill>
                  <a:srgbClr val="44546A"/>
                </a:solidFill>
              </a:rPr>
              <a:t> –r &lt;</a:t>
            </a:r>
            <a:r>
              <a:rPr lang="sr-Latn-RS" sz="1800" b="1" dirty="0" err="1">
                <a:solidFill>
                  <a:srgbClr val="44546A"/>
                </a:solidFill>
              </a:rPr>
              <a:t>izvorišni_dir</a:t>
            </a:r>
            <a:r>
              <a:rPr lang="sr-Latn-RS" sz="1800" b="1" dirty="0">
                <a:solidFill>
                  <a:srgbClr val="44546A"/>
                </a:solidFill>
              </a:rPr>
              <a:t>&gt;/* &lt;</a:t>
            </a:r>
            <a:r>
              <a:rPr lang="sr-Latn-RS" sz="1800" b="1" dirty="0" err="1">
                <a:solidFill>
                  <a:srgbClr val="44546A"/>
                </a:solidFill>
              </a:rPr>
              <a:t>odredišni_dir</a:t>
            </a:r>
            <a:r>
              <a:rPr lang="sr-Latn-RS" sz="1800" b="1" dirty="0">
                <a:solidFill>
                  <a:srgbClr val="44546A"/>
                </a:solidFill>
              </a:rPr>
              <a:t>&gt; </a:t>
            </a:r>
            <a:endParaRPr lang="en-AU" sz="1800" b="1" dirty="0">
              <a:solidFill>
                <a:srgbClr val="44546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DB5335-C0C2-7824-714F-2F37204AE7C7}"/>
              </a:ext>
            </a:extLst>
          </p:cNvPr>
          <p:cNvSpPr txBox="1"/>
          <p:nvPr/>
        </p:nvSpPr>
        <p:spPr>
          <a:xfrm>
            <a:off x="1319224" y="2022997"/>
            <a:ext cx="542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kopira izvornu datoteku u odredišnu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539A88-5CF1-9E6D-D416-447DD324489D}"/>
              </a:ext>
            </a:extLst>
          </p:cNvPr>
          <p:cNvSpPr txBox="1"/>
          <p:nvPr/>
        </p:nvSpPr>
        <p:spPr>
          <a:xfrm>
            <a:off x="1319224" y="2951620"/>
            <a:ext cx="542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kopira datoteke u odredišni direktorijum (poslednji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arg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)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F4FC74-6019-C363-D537-7AAAA582115B}"/>
              </a:ext>
            </a:extLst>
          </p:cNvPr>
          <p:cNvSpPr txBox="1"/>
          <p:nvPr/>
        </p:nvSpPr>
        <p:spPr>
          <a:xfrm>
            <a:off x="1319224" y="3880243"/>
            <a:ext cx="70658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pita korisnika za potvrdu ako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odrednišna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datoteka već postoji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7DD7DD-7160-A826-A440-D7A71691C1AD}"/>
              </a:ext>
            </a:extLst>
          </p:cNvPr>
          <p:cNvSpPr txBox="1"/>
          <p:nvPr/>
        </p:nvSpPr>
        <p:spPr>
          <a:xfrm>
            <a:off x="1319224" y="4920690"/>
            <a:ext cx="542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kopira cijeli direktorijum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0577CD-4163-858D-E22E-7878F58E10D8}"/>
              </a:ext>
            </a:extLst>
          </p:cNvPr>
          <p:cNvSpPr txBox="1"/>
          <p:nvPr/>
        </p:nvSpPr>
        <p:spPr>
          <a:xfrm>
            <a:off x="1319224" y="5957984"/>
            <a:ext cx="7376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kopira sadržaj izvornog direktorijuma u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odrednišni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osim skrivenih datoteka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2249746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59B0B6B8-E03A-E65C-10BA-F6DEED1FD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B25EEA-9132-62C7-9F7C-9217F54F8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>
                <a:solidFill>
                  <a:srgbClr val="44546A"/>
                </a:solidFill>
              </a:rPr>
              <a:t>mv i </a:t>
            </a:r>
            <a:r>
              <a:rPr lang="sr-Latn-RS" sz="2800" dirty="0" err="1">
                <a:solidFill>
                  <a:srgbClr val="44546A"/>
                </a:solidFill>
              </a:rPr>
              <a:t>rm</a:t>
            </a:r>
            <a:r>
              <a:rPr lang="sr-Latn-RS" sz="2800" dirty="0">
                <a:solidFill>
                  <a:srgbClr val="44546A"/>
                </a:solidFill>
              </a:rPr>
              <a:t> komande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FE640FD-189B-B50D-0683-9082E5D8FA3C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FEF19F2-D171-B687-5F0B-8819774C2492}"/>
              </a:ext>
            </a:extLst>
          </p:cNvPr>
          <p:cNvSpPr/>
          <p:nvPr/>
        </p:nvSpPr>
        <p:spPr>
          <a:xfrm>
            <a:off x="602043" y="529338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162E1711-6414-A1BE-1A12-A751D18974F4}"/>
              </a:ext>
            </a:extLst>
          </p:cNvPr>
          <p:cNvSpPr/>
          <p:nvPr/>
        </p:nvSpPr>
        <p:spPr>
          <a:xfrm>
            <a:off x="602042" y="2323523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83F95075-A873-1530-2E72-A6171B8DA5A4}"/>
              </a:ext>
            </a:extLst>
          </p:cNvPr>
          <p:cNvSpPr/>
          <p:nvPr/>
        </p:nvSpPr>
        <p:spPr>
          <a:xfrm>
            <a:off x="602042" y="325952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F37ED0AC-5CA0-EDBA-AE11-CDF5FC03D992}"/>
              </a:ext>
            </a:extLst>
          </p:cNvPr>
          <p:cNvSpPr/>
          <p:nvPr/>
        </p:nvSpPr>
        <p:spPr>
          <a:xfrm>
            <a:off x="602042" y="424673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47676B-2A54-9FD7-4750-399B87F4E5C6}"/>
              </a:ext>
            </a:extLst>
          </p:cNvPr>
          <p:cNvSpPr txBox="1"/>
          <p:nvPr/>
        </p:nvSpPr>
        <p:spPr>
          <a:xfrm>
            <a:off x="892504" y="1528497"/>
            <a:ext cx="680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mv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F5BAFA-FAA7-C21F-0F64-D5018F84F498}"/>
              </a:ext>
            </a:extLst>
          </p:cNvPr>
          <p:cNvSpPr txBox="1"/>
          <p:nvPr/>
        </p:nvSpPr>
        <p:spPr>
          <a:xfrm>
            <a:off x="892504" y="2202300"/>
            <a:ext cx="52034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mv &lt;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staro_ime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&gt;&lt;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novo_ime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&gt;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4BAD2DEF-C50B-C0FE-4523-161D0DDF24B2}"/>
              </a:ext>
            </a:extLst>
          </p:cNvPr>
          <p:cNvSpPr txBox="1">
            <a:spLocks/>
          </p:cNvSpPr>
          <p:nvPr/>
        </p:nvSpPr>
        <p:spPr>
          <a:xfrm>
            <a:off x="892502" y="4060724"/>
            <a:ext cx="6770169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b="1" dirty="0" err="1">
                <a:solidFill>
                  <a:srgbClr val="44546A"/>
                </a:solidFill>
              </a:rPr>
              <a:t>rm</a:t>
            </a:r>
            <a:r>
              <a:rPr lang="sr-Latn-RS" sz="1800" b="1" dirty="0">
                <a:solidFill>
                  <a:srgbClr val="44546A"/>
                </a:solidFill>
              </a:rPr>
              <a:t> –r dir1 dir2 dir3 (</a:t>
            </a:r>
            <a:r>
              <a:rPr lang="sr-Latn-RS" sz="1800" b="1" dirty="0" err="1">
                <a:solidFill>
                  <a:srgbClr val="44546A"/>
                </a:solidFill>
              </a:rPr>
              <a:t>recursive</a:t>
            </a:r>
            <a:r>
              <a:rPr lang="sr-Latn-RS" sz="1800" b="1" dirty="0">
                <a:solidFill>
                  <a:srgbClr val="44546A"/>
                </a:solidFill>
              </a:rPr>
              <a:t>)</a:t>
            </a:r>
            <a:endParaRPr lang="en-AU" sz="1800" b="1" dirty="0">
              <a:solidFill>
                <a:srgbClr val="44546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56A49-E9D3-8517-D947-09892AF9FE49}"/>
              </a:ext>
            </a:extLst>
          </p:cNvPr>
          <p:cNvSpPr txBox="1"/>
          <p:nvPr/>
        </p:nvSpPr>
        <p:spPr>
          <a:xfrm>
            <a:off x="892505" y="3130923"/>
            <a:ext cx="5203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rm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dat1 dat2 dat3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77C12E8F-1B65-73F8-3C76-B6A2ECFF37A5}"/>
              </a:ext>
            </a:extLst>
          </p:cNvPr>
          <p:cNvSpPr txBox="1">
            <a:spLocks/>
          </p:cNvSpPr>
          <p:nvPr/>
        </p:nvSpPr>
        <p:spPr>
          <a:xfrm>
            <a:off x="892503" y="5099993"/>
            <a:ext cx="5426000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b="1" dirty="0" err="1">
                <a:solidFill>
                  <a:srgbClr val="44546A"/>
                </a:solidFill>
              </a:rPr>
              <a:t>rm</a:t>
            </a:r>
            <a:r>
              <a:rPr lang="sr-Latn-RS" sz="1800" b="1" dirty="0">
                <a:solidFill>
                  <a:srgbClr val="44546A"/>
                </a:solidFill>
              </a:rPr>
              <a:t> –r </a:t>
            </a:r>
            <a:r>
              <a:rPr lang="sr-Latn-RS" sz="1800" b="1" dirty="0" err="1">
                <a:solidFill>
                  <a:srgbClr val="44546A"/>
                </a:solidFill>
              </a:rPr>
              <a:t>dir</a:t>
            </a:r>
            <a:r>
              <a:rPr lang="sr-Latn-RS" sz="1800" b="1" dirty="0">
                <a:solidFill>
                  <a:srgbClr val="44546A"/>
                </a:solidFill>
              </a:rPr>
              <a:t>/*</a:t>
            </a:r>
            <a:endParaRPr lang="en-AU" sz="1800" b="1" dirty="0">
              <a:solidFill>
                <a:srgbClr val="44546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81B0D6-2969-A873-2F0D-B29012421D05}"/>
              </a:ext>
            </a:extLst>
          </p:cNvPr>
          <p:cNvSpPr txBox="1"/>
          <p:nvPr/>
        </p:nvSpPr>
        <p:spPr>
          <a:xfrm>
            <a:off x="2197048" y="1528497"/>
            <a:ext cx="7138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Premjesta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i/ili preimenuje datoteku ili direktorijum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35150B-7EEB-24D0-3C16-2E04CDF3029D}"/>
              </a:ext>
            </a:extLst>
          </p:cNvPr>
          <p:cNvSpPr txBox="1"/>
          <p:nvPr/>
        </p:nvSpPr>
        <p:spPr>
          <a:xfrm>
            <a:off x="1319223" y="2696800"/>
            <a:ext cx="542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mijenja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ime datoteke ili direktorijuma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7574FD-359C-4665-CFF6-4BCC50D1451D}"/>
              </a:ext>
            </a:extLst>
          </p:cNvPr>
          <p:cNvSpPr txBox="1"/>
          <p:nvPr/>
        </p:nvSpPr>
        <p:spPr>
          <a:xfrm>
            <a:off x="1319223" y="3625423"/>
            <a:ext cx="70658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briše date datoteke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A3CA29-ABC1-BEB2-C412-58FDAA1B734D}"/>
              </a:ext>
            </a:extLst>
          </p:cNvPr>
          <p:cNvSpPr txBox="1"/>
          <p:nvPr/>
        </p:nvSpPr>
        <p:spPr>
          <a:xfrm>
            <a:off x="1319223" y="4665870"/>
            <a:ext cx="542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Brise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sadrzaj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datih direktorijuma i same direktorijume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F994B4-EDED-577F-AB08-BFC9C7CB0347}"/>
              </a:ext>
            </a:extLst>
          </p:cNvPr>
          <p:cNvSpPr txBox="1"/>
          <p:nvPr/>
        </p:nvSpPr>
        <p:spPr>
          <a:xfrm>
            <a:off x="1319223" y="5703164"/>
            <a:ext cx="7376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briše sadržaj direktorijuma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427101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79D685DA-5DFC-A963-975D-EF2D4C50F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740C39-110C-4A8D-2EAD-76818CC13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>
                <a:solidFill>
                  <a:srgbClr val="44546A"/>
                </a:solidFill>
              </a:rPr>
              <a:t>Kreiranje i brisanje direktorijuma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4A0E458D-720F-492D-1755-4058AE1540A6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28082AAE-98E0-226D-37DB-7AAAF29A25A0}"/>
              </a:ext>
            </a:extLst>
          </p:cNvPr>
          <p:cNvSpPr/>
          <p:nvPr/>
        </p:nvSpPr>
        <p:spPr>
          <a:xfrm>
            <a:off x="602043" y="2578343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A1037FA0-7B65-455C-E9C2-2BD3DCA7A243}"/>
              </a:ext>
            </a:extLst>
          </p:cNvPr>
          <p:cNvSpPr/>
          <p:nvPr/>
        </p:nvSpPr>
        <p:spPr>
          <a:xfrm>
            <a:off x="602043" y="351434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D58B16A7-3707-F17E-B26B-0FF62DC33484}"/>
              </a:ext>
            </a:extLst>
          </p:cNvPr>
          <p:cNvSpPr/>
          <p:nvPr/>
        </p:nvSpPr>
        <p:spPr>
          <a:xfrm>
            <a:off x="581268" y="480886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EA2DD1-FAC0-1CED-5C70-E94A993D8E99}"/>
              </a:ext>
            </a:extLst>
          </p:cNvPr>
          <p:cNvSpPr txBox="1"/>
          <p:nvPr/>
        </p:nvSpPr>
        <p:spPr>
          <a:xfrm>
            <a:off x="892504" y="1528497"/>
            <a:ext cx="542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 err="1">
                <a:solidFill>
                  <a:srgbClr val="44546A"/>
                </a:solidFill>
                <a:latin typeface="Montserrat Medium"/>
              </a:rPr>
              <a:t>mkdir</a:t>
            </a:r>
            <a:r>
              <a:rPr lang="en-US" b="1" dirty="0">
                <a:solidFill>
                  <a:srgbClr val="44546A"/>
                </a:solidFill>
                <a:latin typeface="Montserrat Medium"/>
              </a:rPr>
              <a:t> dir1 dir2 dir3 …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CA959F-B301-ADCF-76DB-49B30EC7C72B}"/>
              </a:ext>
            </a:extLst>
          </p:cNvPr>
          <p:cNvSpPr txBox="1"/>
          <p:nvPr/>
        </p:nvSpPr>
        <p:spPr>
          <a:xfrm>
            <a:off x="892505" y="2457120"/>
            <a:ext cx="52034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 err="1">
                <a:solidFill>
                  <a:srgbClr val="44546A"/>
                </a:solidFill>
                <a:latin typeface="Montserrat Medium"/>
              </a:rPr>
              <a:t>mkdir</a:t>
            </a:r>
            <a:r>
              <a:rPr lang="en-US" b="1" dirty="0">
                <a:solidFill>
                  <a:srgbClr val="44546A"/>
                </a:solidFill>
                <a:latin typeface="Montserrat Medium"/>
              </a:rPr>
              <a:t> dir1/dir4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169C0B34-56B2-EE78-7C8E-6C0CF51F0FBA}"/>
              </a:ext>
            </a:extLst>
          </p:cNvPr>
          <p:cNvSpPr txBox="1">
            <a:spLocks/>
          </p:cNvSpPr>
          <p:nvPr/>
        </p:nvSpPr>
        <p:spPr>
          <a:xfrm>
            <a:off x="871728" y="4622854"/>
            <a:ext cx="6770169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en-AU" sz="1800" b="1" dirty="0" err="1">
                <a:solidFill>
                  <a:srgbClr val="44546A"/>
                </a:solidFill>
              </a:rPr>
              <a:t>rmdir</a:t>
            </a:r>
            <a:r>
              <a:rPr lang="en-AU" sz="1800" b="1" dirty="0">
                <a:solidFill>
                  <a:srgbClr val="44546A"/>
                </a:solidFill>
              </a:rPr>
              <a:t> dir1 dir2 dir3 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552C24-75E4-648E-EE35-5DFE27E67280}"/>
              </a:ext>
            </a:extLst>
          </p:cNvPr>
          <p:cNvSpPr txBox="1"/>
          <p:nvPr/>
        </p:nvSpPr>
        <p:spPr>
          <a:xfrm>
            <a:off x="892506" y="3385743"/>
            <a:ext cx="5203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 err="1">
                <a:solidFill>
                  <a:srgbClr val="44546A"/>
                </a:solidFill>
                <a:latin typeface="Montserrat Medium"/>
              </a:rPr>
              <a:t>mkdir</a:t>
            </a:r>
            <a:r>
              <a:rPr lang="en-US" b="1" dirty="0">
                <a:solidFill>
                  <a:srgbClr val="44546A"/>
                </a:solidFill>
                <a:latin typeface="Montserrat Medium"/>
              </a:rPr>
              <a:t> –p dir1/dir4/dir5/dir6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FF7E63-9A70-B89E-B281-3D11C75590DB}"/>
              </a:ext>
            </a:extLst>
          </p:cNvPr>
          <p:cNvSpPr txBox="1"/>
          <p:nvPr/>
        </p:nvSpPr>
        <p:spPr>
          <a:xfrm>
            <a:off x="1319224" y="2022997"/>
            <a:ext cx="542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kreira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 date 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direktorijume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 u 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trenutnom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direktorijumu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F139E2-E6B2-6909-2591-1A9BC1B12284}"/>
              </a:ext>
            </a:extLst>
          </p:cNvPr>
          <p:cNvSpPr txBox="1"/>
          <p:nvPr/>
        </p:nvSpPr>
        <p:spPr>
          <a:xfrm>
            <a:off x="1319224" y="2951620"/>
            <a:ext cx="542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kreira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 dir4 u 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postoje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ć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em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direktorijumu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 dir1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CADC0B-E298-469A-9CEC-67E0A16ADA5B}"/>
              </a:ext>
            </a:extLst>
          </p:cNvPr>
          <p:cNvSpPr txBox="1"/>
          <p:nvPr/>
        </p:nvSpPr>
        <p:spPr>
          <a:xfrm>
            <a:off x="1319224" y="3880243"/>
            <a:ext cx="70658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kreira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direktorijum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 dir5 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na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putanji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 dir1/dir4 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i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 u 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njemu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 dir6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dirty="0">
                <a:solidFill>
                  <a:srgbClr val="44546A"/>
                </a:solidFill>
                <a:latin typeface="Montserrat Medium"/>
              </a:rPr>
              <a:t>-p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kreira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ugnjezdene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direktorijume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 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57B8F2-9D54-08B0-91C8-02C6217B9936}"/>
              </a:ext>
            </a:extLst>
          </p:cNvPr>
          <p:cNvSpPr txBox="1"/>
          <p:nvPr/>
        </p:nvSpPr>
        <p:spPr>
          <a:xfrm>
            <a:off x="1298449" y="5228000"/>
            <a:ext cx="542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bri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š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e date 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direktorijume</a:t>
            </a:r>
            <a:endParaRPr lang="en-US" sz="1400" dirty="0">
              <a:solidFill>
                <a:srgbClr val="44546A"/>
              </a:solidFill>
              <a:latin typeface="Montserrat Medium"/>
            </a:endParaRP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Ograni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č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enje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: 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direktorijum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 mora da 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bude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prazan</a:t>
            </a:r>
            <a:endParaRPr lang="sr-Latn-RS" sz="1400" dirty="0">
              <a:solidFill>
                <a:srgbClr val="44546A"/>
              </a:solidFill>
              <a:latin typeface="Montserrat Medium"/>
            </a:endParaRP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Alternativa: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rm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–r (direktorijum ne mora da bude prazan)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76054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9B3D8-58C4-AAC6-C6F6-B7BC2C6DF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dirty="0">
                <a:solidFill>
                  <a:srgbClr val="44546A"/>
                </a:solidFill>
                <a:latin typeface="Montserrat Medium"/>
              </a:rPr>
              <a:t>2. </a:t>
            </a:r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GNU/ </a:t>
            </a:r>
            <a:r>
              <a:rPr lang="sr-Latn-RS" sz="2800" dirty="0" err="1">
                <a:solidFill>
                  <a:srgbClr val="44546A"/>
                </a:solidFill>
                <a:latin typeface="Montserrat Medium"/>
              </a:rPr>
              <a:t>Linux</a:t>
            </a:r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 struktura sistema dato</a:t>
            </a:r>
            <a:r>
              <a:rPr lang="en-US" sz="2800" dirty="0">
                <a:solidFill>
                  <a:srgbClr val="44546A"/>
                </a:solidFill>
                <a:latin typeface="Montserrat Medium"/>
              </a:rPr>
              <a:t>t</a:t>
            </a:r>
            <a:r>
              <a:rPr lang="sr-Latn-RS" sz="2800" dirty="0" err="1">
                <a:solidFill>
                  <a:srgbClr val="44546A"/>
                </a:solidFill>
                <a:latin typeface="Montserrat Medium"/>
              </a:rPr>
              <a:t>eka</a:t>
            </a:r>
            <a:endParaRPr lang="en-GB" sz="2800" dirty="0">
              <a:solidFill>
                <a:srgbClr val="44546A"/>
              </a:solidFill>
              <a:latin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1338444410"/>
      </p:ext>
    </p:extLst>
  </p:cSld>
  <p:clrMapOvr>
    <a:masterClrMapping/>
  </p:clrMapOvr>
  <p:transition spd="slow" advTm="20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332DF22F-073D-B37A-5389-228B211CF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D95990-3E9C-DA38-8E34-3713B0E53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en-AU" sz="2800" dirty="0" err="1">
                <a:solidFill>
                  <a:srgbClr val="44546A"/>
                </a:solidFill>
              </a:rPr>
              <a:t>Struktura</a:t>
            </a:r>
            <a:r>
              <a:rPr lang="en-AU" sz="2800" dirty="0">
                <a:solidFill>
                  <a:srgbClr val="44546A"/>
                </a:solidFill>
              </a:rPr>
              <a:t> </a:t>
            </a:r>
            <a:r>
              <a:rPr lang="en-AU" sz="2800" dirty="0" err="1">
                <a:solidFill>
                  <a:srgbClr val="44546A"/>
                </a:solidFill>
              </a:rPr>
              <a:t>sistema</a:t>
            </a:r>
            <a:r>
              <a:rPr lang="en-AU" sz="2800" dirty="0">
                <a:solidFill>
                  <a:srgbClr val="44546A"/>
                </a:solidFill>
              </a:rPr>
              <a:t> </a:t>
            </a:r>
            <a:r>
              <a:rPr lang="en-AU" sz="2800" dirty="0" err="1">
                <a:solidFill>
                  <a:srgbClr val="44546A"/>
                </a:solidFill>
              </a:rPr>
              <a:t>datoteka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3F8B4BD-363C-7660-6827-71BB8819450E}"/>
              </a:ext>
            </a:extLst>
          </p:cNvPr>
          <p:cNvSpPr/>
          <p:nvPr/>
        </p:nvSpPr>
        <p:spPr>
          <a:xfrm>
            <a:off x="723962" y="1582013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0" name="Title 2">
            <a:extLst>
              <a:ext uri="{FF2B5EF4-FFF2-40B4-BE49-F238E27FC236}">
                <a16:creationId xmlns:a16="http://schemas.microsoft.com/office/drawing/2014/main" id="{8EE4A4E4-B8D3-5480-6EBD-CC23194DB416}"/>
              </a:ext>
            </a:extLst>
          </p:cNvPr>
          <p:cNvSpPr txBox="1">
            <a:spLocks/>
          </p:cNvSpPr>
          <p:nvPr/>
        </p:nvSpPr>
        <p:spPr>
          <a:xfrm>
            <a:off x="1010728" y="1418111"/>
            <a:ext cx="10170544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en-US" sz="2800" dirty="0">
                <a:solidFill>
                  <a:srgbClr val="44546A"/>
                </a:solidFill>
                <a:latin typeface="Montserrat Medium"/>
              </a:rPr>
              <a:t>Ne </a:t>
            </a:r>
            <a:r>
              <a:rPr lang="en-US" sz="2800" dirty="0" err="1">
                <a:solidFill>
                  <a:srgbClr val="44546A"/>
                </a:solidFill>
                <a:latin typeface="Montserrat Medium"/>
              </a:rPr>
              <a:t>postoji</a:t>
            </a:r>
            <a:r>
              <a:rPr lang="en-US" sz="2800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en-US" sz="2800" dirty="0" err="1">
                <a:solidFill>
                  <a:srgbClr val="44546A"/>
                </a:solidFill>
                <a:latin typeface="Montserrat Medium"/>
              </a:rPr>
              <a:t>obavezna</a:t>
            </a:r>
            <a:r>
              <a:rPr lang="en-US" sz="2800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en-US" sz="2800" dirty="0" err="1">
                <a:solidFill>
                  <a:srgbClr val="44546A"/>
                </a:solidFill>
                <a:latin typeface="Montserrat Medium"/>
              </a:rPr>
              <a:t>struktura</a:t>
            </a:r>
            <a:endParaRPr lang="en-AU" dirty="0">
              <a:solidFill>
                <a:srgbClr val="44546A"/>
              </a:solidFill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BC15B109-58BC-BB0B-16A4-FBA94580C8CF}"/>
              </a:ext>
            </a:extLst>
          </p:cNvPr>
          <p:cNvSpPr/>
          <p:nvPr/>
        </p:nvSpPr>
        <p:spPr>
          <a:xfrm>
            <a:off x="720266" y="2280820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4" name="Title 2">
            <a:extLst>
              <a:ext uri="{FF2B5EF4-FFF2-40B4-BE49-F238E27FC236}">
                <a16:creationId xmlns:a16="http://schemas.microsoft.com/office/drawing/2014/main" id="{B955AD5A-133F-6B0E-43DE-7E2C6276F552}"/>
              </a:ext>
            </a:extLst>
          </p:cNvPr>
          <p:cNvSpPr txBox="1">
            <a:spLocks/>
          </p:cNvSpPr>
          <p:nvPr/>
        </p:nvSpPr>
        <p:spPr>
          <a:xfrm>
            <a:off x="1010728" y="2111964"/>
            <a:ext cx="10170544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en-US" sz="2800" dirty="0">
                <a:solidFill>
                  <a:srgbClr val="44546A"/>
                </a:solidFill>
                <a:latin typeface="Montserrat Medium"/>
              </a:rPr>
              <a:t>Naj</a:t>
            </a:r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češće se koristi:</a:t>
            </a:r>
            <a:endParaRPr lang="en-AU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62B7BF48-FB83-6088-4389-5EFBFD108D51}"/>
              </a:ext>
            </a:extLst>
          </p:cNvPr>
          <p:cNvSpPr/>
          <p:nvPr/>
        </p:nvSpPr>
        <p:spPr>
          <a:xfrm>
            <a:off x="1430179" y="3132468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sz="1200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6" name="Title 2">
            <a:extLst>
              <a:ext uri="{FF2B5EF4-FFF2-40B4-BE49-F238E27FC236}">
                <a16:creationId xmlns:a16="http://schemas.microsoft.com/office/drawing/2014/main" id="{3A5D6BBA-2E15-0FC3-E886-2E0409447C78}"/>
              </a:ext>
            </a:extLst>
          </p:cNvPr>
          <p:cNvSpPr txBox="1">
            <a:spLocks/>
          </p:cNvSpPr>
          <p:nvPr/>
        </p:nvSpPr>
        <p:spPr>
          <a:xfrm>
            <a:off x="1720641" y="2958658"/>
            <a:ext cx="1212340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endParaRPr lang="en-AU" sz="1600" dirty="0">
              <a:solidFill>
                <a:srgbClr val="44546A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3382F519-50C4-0E71-7599-0899E7CDB433}"/>
              </a:ext>
            </a:extLst>
          </p:cNvPr>
          <p:cNvSpPr/>
          <p:nvPr/>
        </p:nvSpPr>
        <p:spPr>
          <a:xfrm>
            <a:off x="1430179" y="5102539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sz="1200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8" name="Title 2">
            <a:extLst>
              <a:ext uri="{FF2B5EF4-FFF2-40B4-BE49-F238E27FC236}">
                <a16:creationId xmlns:a16="http://schemas.microsoft.com/office/drawing/2014/main" id="{8133817E-D2E0-39E6-F917-5BE64C034BB3}"/>
              </a:ext>
            </a:extLst>
          </p:cNvPr>
          <p:cNvSpPr txBox="1">
            <a:spLocks/>
          </p:cNvSpPr>
          <p:nvPr/>
        </p:nvSpPr>
        <p:spPr>
          <a:xfrm>
            <a:off x="1720641" y="3441525"/>
            <a:ext cx="1065691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sz="1800" dirty="0" err="1">
                <a:solidFill>
                  <a:srgbClr val="44546A"/>
                </a:solidFill>
                <a:latin typeface="Montserrat Medium"/>
              </a:rPr>
              <a:t>bin</a:t>
            </a:r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endParaRPr lang="en-AU" sz="1600" dirty="0">
              <a:solidFill>
                <a:srgbClr val="44546A"/>
              </a:solidFill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0F294E43-330A-0630-EC56-E111B25D3017}"/>
              </a:ext>
            </a:extLst>
          </p:cNvPr>
          <p:cNvSpPr/>
          <p:nvPr/>
        </p:nvSpPr>
        <p:spPr>
          <a:xfrm>
            <a:off x="1430179" y="3612858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sz="1200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0" name="Title 2">
            <a:extLst>
              <a:ext uri="{FF2B5EF4-FFF2-40B4-BE49-F238E27FC236}">
                <a16:creationId xmlns:a16="http://schemas.microsoft.com/office/drawing/2014/main" id="{8BDE7294-10F1-622B-AEFF-727E60E9D2BA}"/>
              </a:ext>
            </a:extLst>
          </p:cNvPr>
          <p:cNvSpPr txBox="1">
            <a:spLocks/>
          </p:cNvSpPr>
          <p:nvPr/>
        </p:nvSpPr>
        <p:spPr>
          <a:xfrm>
            <a:off x="1720641" y="3944932"/>
            <a:ext cx="1212340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sz="1800" dirty="0" err="1">
                <a:solidFill>
                  <a:srgbClr val="44546A"/>
                </a:solidFill>
                <a:latin typeface="Montserrat Medium"/>
              </a:rPr>
              <a:t>boot</a:t>
            </a:r>
            <a:endParaRPr lang="en-AU" sz="1600" dirty="0">
              <a:solidFill>
                <a:srgbClr val="44546A"/>
              </a:solidFill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A09F2E1F-CE2D-8701-EDEB-6151C3A08BB7}"/>
              </a:ext>
            </a:extLst>
          </p:cNvPr>
          <p:cNvSpPr/>
          <p:nvPr/>
        </p:nvSpPr>
        <p:spPr>
          <a:xfrm>
            <a:off x="1430179" y="4121219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sz="1200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2" name="Title 2">
            <a:extLst>
              <a:ext uri="{FF2B5EF4-FFF2-40B4-BE49-F238E27FC236}">
                <a16:creationId xmlns:a16="http://schemas.microsoft.com/office/drawing/2014/main" id="{C0A3E071-B3C8-7020-9760-D2BDEBAF710F}"/>
              </a:ext>
            </a:extLst>
          </p:cNvPr>
          <p:cNvSpPr txBox="1">
            <a:spLocks/>
          </p:cNvSpPr>
          <p:nvPr/>
        </p:nvSpPr>
        <p:spPr>
          <a:xfrm>
            <a:off x="1720641" y="4431138"/>
            <a:ext cx="988053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/dev</a:t>
            </a:r>
            <a:endParaRPr lang="en-AU" sz="1600" dirty="0">
              <a:solidFill>
                <a:srgbClr val="44546A"/>
              </a:solidFill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CC929C24-A7E9-E80E-1464-6EF7267BF80E}"/>
              </a:ext>
            </a:extLst>
          </p:cNvPr>
          <p:cNvSpPr/>
          <p:nvPr/>
        </p:nvSpPr>
        <p:spPr>
          <a:xfrm>
            <a:off x="1430179" y="4604948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sz="1200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4" name="Title 2">
            <a:extLst>
              <a:ext uri="{FF2B5EF4-FFF2-40B4-BE49-F238E27FC236}">
                <a16:creationId xmlns:a16="http://schemas.microsoft.com/office/drawing/2014/main" id="{EEBA47C9-115A-6D51-F1C4-BC25F4014EF0}"/>
              </a:ext>
            </a:extLst>
          </p:cNvPr>
          <p:cNvSpPr txBox="1">
            <a:spLocks/>
          </p:cNvSpPr>
          <p:nvPr/>
        </p:nvSpPr>
        <p:spPr>
          <a:xfrm>
            <a:off x="1720641" y="4931206"/>
            <a:ext cx="901789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sz="1800" dirty="0" err="1">
                <a:solidFill>
                  <a:srgbClr val="44546A"/>
                </a:solidFill>
                <a:latin typeface="Montserrat Medium"/>
              </a:rPr>
              <a:t>etc</a:t>
            </a:r>
            <a:endParaRPr lang="en-AU" sz="1600" dirty="0">
              <a:solidFill>
                <a:srgbClr val="44546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4AD2C3-66F2-9DD7-404B-6B307E6DD542}"/>
              </a:ext>
            </a:extLst>
          </p:cNvPr>
          <p:cNvSpPr txBox="1"/>
          <p:nvPr/>
        </p:nvSpPr>
        <p:spPr>
          <a:xfrm>
            <a:off x="3353519" y="2982910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- Korjenski direktorijum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8E8608-8988-8DAC-56A5-255922CE5D9B}"/>
              </a:ext>
            </a:extLst>
          </p:cNvPr>
          <p:cNvSpPr txBox="1"/>
          <p:nvPr/>
        </p:nvSpPr>
        <p:spPr>
          <a:xfrm>
            <a:off x="3353519" y="342819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- Osnovne, esencijalne sistemske komande 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27DE71-B91C-296D-1654-F0B4B0386F1F}"/>
              </a:ext>
            </a:extLst>
          </p:cNvPr>
          <p:cNvSpPr txBox="1"/>
          <p:nvPr/>
        </p:nvSpPr>
        <p:spPr>
          <a:xfrm>
            <a:off x="3353519" y="3971661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- Slike 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kernela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, 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initrd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, konfiguracione datoteke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F70B5D-908C-5D63-6530-697CFA704A2E}"/>
              </a:ext>
            </a:extLst>
          </p:cNvPr>
          <p:cNvSpPr txBox="1"/>
          <p:nvPr/>
        </p:nvSpPr>
        <p:spPr>
          <a:xfrm>
            <a:off x="3353519" y="442028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- Datoteke koje predstavljaju 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uredjaje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40D70-5836-B0BF-A1FC-0FFCA8A3C6DB}"/>
              </a:ext>
            </a:extLst>
          </p:cNvPr>
          <p:cNvSpPr txBox="1"/>
          <p:nvPr/>
        </p:nvSpPr>
        <p:spPr>
          <a:xfrm>
            <a:off x="3353519" y="4946506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- Sistemske 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konfiguracijske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datoteke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012D17B-EA1A-EF50-D01C-BC48B6F43536}"/>
              </a:ext>
            </a:extLst>
          </p:cNvPr>
          <p:cNvSpPr/>
          <p:nvPr/>
        </p:nvSpPr>
        <p:spPr>
          <a:xfrm>
            <a:off x="1430179" y="558381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39F330E2-FFFD-139B-58D6-E7A64B609304}"/>
              </a:ext>
            </a:extLst>
          </p:cNvPr>
          <p:cNvSpPr txBox="1">
            <a:spLocks/>
          </p:cNvSpPr>
          <p:nvPr/>
        </p:nvSpPr>
        <p:spPr>
          <a:xfrm>
            <a:off x="1720641" y="5410006"/>
            <a:ext cx="1212340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sz="1800" dirty="0" err="1">
                <a:solidFill>
                  <a:srgbClr val="44546A"/>
                </a:solidFill>
                <a:latin typeface="Montserrat Medium"/>
              </a:rPr>
              <a:t>home</a:t>
            </a:r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endParaRPr lang="en-AU" sz="1800" dirty="0">
              <a:solidFill>
                <a:srgbClr val="44546A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81FFC089-BCD2-DDAF-FBA9-5CD51285E2B0}"/>
              </a:ext>
            </a:extLst>
          </p:cNvPr>
          <p:cNvSpPr txBox="1">
            <a:spLocks/>
          </p:cNvSpPr>
          <p:nvPr/>
        </p:nvSpPr>
        <p:spPr>
          <a:xfrm>
            <a:off x="1720641" y="5941441"/>
            <a:ext cx="1065691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sz="1800" dirty="0" err="1">
                <a:solidFill>
                  <a:srgbClr val="44546A"/>
                </a:solidFill>
                <a:latin typeface="Montserrat Medium"/>
              </a:rPr>
              <a:t>lib</a:t>
            </a:r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endParaRPr lang="en-AU" sz="1800" dirty="0">
              <a:solidFill>
                <a:srgbClr val="44546A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C80F02-17C7-E925-E56B-ACDDBD49A842}"/>
              </a:ext>
            </a:extLst>
          </p:cNvPr>
          <p:cNvSpPr/>
          <p:nvPr/>
        </p:nvSpPr>
        <p:spPr>
          <a:xfrm>
            <a:off x="1430179" y="6112774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2E08D4-B89A-6B02-5F6A-4943FDBFA5B1}"/>
              </a:ext>
            </a:extLst>
          </p:cNvPr>
          <p:cNvSpPr txBox="1"/>
          <p:nvPr/>
        </p:nvSpPr>
        <p:spPr>
          <a:xfrm>
            <a:off x="3353519" y="5434258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- Korisnički direktorijumi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BC3EDE-980A-756D-208C-B0357DE67BAF}"/>
              </a:ext>
            </a:extLst>
          </p:cNvPr>
          <p:cNvSpPr txBox="1"/>
          <p:nvPr/>
        </p:nvSpPr>
        <p:spPr>
          <a:xfrm>
            <a:off x="3353519" y="5928108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- Osnovne, esencijalne sistemske komande 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28069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77CBFCF0-F1C9-96D0-7500-3117B6A0A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999EAE-B2DD-D174-42A8-D391BAAB8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en-AU" sz="2800" dirty="0" err="1">
                <a:solidFill>
                  <a:srgbClr val="44546A"/>
                </a:solidFill>
              </a:rPr>
              <a:t>Struktura</a:t>
            </a:r>
            <a:r>
              <a:rPr lang="en-AU" sz="2800" dirty="0">
                <a:solidFill>
                  <a:srgbClr val="44546A"/>
                </a:solidFill>
              </a:rPr>
              <a:t> </a:t>
            </a:r>
            <a:r>
              <a:rPr lang="en-AU" sz="2800" dirty="0" err="1">
                <a:solidFill>
                  <a:srgbClr val="44546A"/>
                </a:solidFill>
              </a:rPr>
              <a:t>sistema</a:t>
            </a:r>
            <a:r>
              <a:rPr lang="en-AU" sz="2800" dirty="0">
                <a:solidFill>
                  <a:srgbClr val="44546A"/>
                </a:solidFill>
              </a:rPr>
              <a:t> </a:t>
            </a:r>
            <a:r>
              <a:rPr lang="en-AU" sz="2800" dirty="0" err="1">
                <a:solidFill>
                  <a:srgbClr val="44546A"/>
                </a:solidFill>
              </a:rPr>
              <a:t>datoteka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A740D35-29C3-963F-9D9E-54E0F17AE7ED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6" name="Title 2">
            <a:extLst>
              <a:ext uri="{FF2B5EF4-FFF2-40B4-BE49-F238E27FC236}">
                <a16:creationId xmlns:a16="http://schemas.microsoft.com/office/drawing/2014/main" id="{2A8F6115-61BC-0BA1-A0CC-200FA086660D}"/>
              </a:ext>
            </a:extLst>
          </p:cNvPr>
          <p:cNvSpPr txBox="1">
            <a:spLocks/>
          </p:cNvSpPr>
          <p:nvPr/>
        </p:nvSpPr>
        <p:spPr>
          <a:xfrm>
            <a:off x="892505" y="1474915"/>
            <a:ext cx="1212340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sz="1800" dirty="0" err="1">
                <a:solidFill>
                  <a:srgbClr val="44546A"/>
                </a:solidFill>
                <a:latin typeface="Montserrat Medium"/>
              </a:rPr>
              <a:t>root</a:t>
            </a:r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endParaRPr lang="en-AU" sz="1800" dirty="0">
              <a:solidFill>
                <a:srgbClr val="44546A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292CA63-8DF7-B001-B64D-A8CC77C8139E}"/>
              </a:ext>
            </a:extLst>
          </p:cNvPr>
          <p:cNvSpPr/>
          <p:nvPr/>
        </p:nvSpPr>
        <p:spPr>
          <a:xfrm>
            <a:off x="602043" y="4443953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8" name="Title 2">
            <a:extLst>
              <a:ext uri="{FF2B5EF4-FFF2-40B4-BE49-F238E27FC236}">
                <a16:creationId xmlns:a16="http://schemas.microsoft.com/office/drawing/2014/main" id="{3D45521C-F063-538A-E3D2-EB55732837CE}"/>
              </a:ext>
            </a:extLst>
          </p:cNvPr>
          <p:cNvSpPr txBox="1">
            <a:spLocks/>
          </p:cNvSpPr>
          <p:nvPr/>
        </p:nvSpPr>
        <p:spPr>
          <a:xfrm>
            <a:off x="892505" y="2176199"/>
            <a:ext cx="1065691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sz="1800" dirty="0" err="1">
                <a:solidFill>
                  <a:srgbClr val="44546A"/>
                </a:solidFill>
                <a:latin typeface="Montserrat Medium"/>
              </a:rPr>
              <a:t>sbin</a:t>
            </a:r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endParaRPr lang="en-AU" sz="1800" dirty="0">
              <a:solidFill>
                <a:srgbClr val="44546A"/>
              </a:solidFill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B19DBC30-169A-EE47-D8BD-5C9286B1B1F3}"/>
              </a:ext>
            </a:extLst>
          </p:cNvPr>
          <p:cNvSpPr/>
          <p:nvPr/>
        </p:nvSpPr>
        <p:spPr>
          <a:xfrm>
            <a:off x="602043" y="2347532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0" name="Title 2">
            <a:extLst>
              <a:ext uri="{FF2B5EF4-FFF2-40B4-BE49-F238E27FC236}">
                <a16:creationId xmlns:a16="http://schemas.microsoft.com/office/drawing/2014/main" id="{1C3B5988-239C-0557-4493-22B9996038A8}"/>
              </a:ext>
            </a:extLst>
          </p:cNvPr>
          <p:cNvSpPr txBox="1">
            <a:spLocks/>
          </p:cNvSpPr>
          <p:nvPr/>
        </p:nvSpPr>
        <p:spPr>
          <a:xfrm>
            <a:off x="892505" y="2870052"/>
            <a:ext cx="1632878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sz="1800" dirty="0" err="1">
                <a:solidFill>
                  <a:srgbClr val="44546A"/>
                </a:solidFill>
                <a:latin typeface="Montserrat Medium"/>
              </a:rPr>
              <a:t>lost+found</a:t>
            </a:r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endParaRPr lang="en-AU" sz="1800" dirty="0">
              <a:solidFill>
                <a:srgbClr val="44546A"/>
              </a:solidFill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3D429047-73B8-8BA0-14C5-2191CACAABAA}"/>
              </a:ext>
            </a:extLst>
          </p:cNvPr>
          <p:cNvSpPr/>
          <p:nvPr/>
        </p:nvSpPr>
        <p:spPr>
          <a:xfrm>
            <a:off x="602043" y="3046339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2" name="Title 2">
            <a:extLst>
              <a:ext uri="{FF2B5EF4-FFF2-40B4-BE49-F238E27FC236}">
                <a16:creationId xmlns:a16="http://schemas.microsoft.com/office/drawing/2014/main" id="{E703D4EA-BD70-7C0C-FA2B-616A7198744D}"/>
              </a:ext>
            </a:extLst>
          </p:cNvPr>
          <p:cNvSpPr txBox="1">
            <a:spLocks/>
          </p:cNvSpPr>
          <p:nvPr/>
        </p:nvSpPr>
        <p:spPr>
          <a:xfrm>
            <a:off x="892505" y="3571336"/>
            <a:ext cx="1126076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sz="1800" dirty="0" err="1">
                <a:solidFill>
                  <a:srgbClr val="44546A"/>
                </a:solidFill>
                <a:latin typeface="Montserrat Medium"/>
              </a:rPr>
              <a:t>media</a:t>
            </a:r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endParaRPr lang="en-AU" sz="1800" dirty="0">
              <a:solidFill>
                <a:srgbClr val="44546A"/>
              </a:solidFill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7447D76C-853E-1083-1BB1-6B1C9D463E64}"/>
              </a:ext>
            </a:extLst>
          </p:cNvPr>
          <p:cNvSpPr/>
          <p:nvPr/>
        </p:nvSpPr>
        <p:spPr>
          <a:xfrm>
            <a:off x="602043" y="374514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4" name="Title 2">
            <a:extLst>
              <a:ext uri="{FF2B5EF4-FFF2-40B4-BE49-F238E27FC236}">
                <a16:creationId xmlns:a16="http://schemas.microsoft.com/office/drawing/2014/main" id="{70208ADC-A038-E4BC-7A20-240615704D9F}"/>
              </a:ext>
            </a:extLst>
          </p:cNvPr>
          <p:cNvSpPr txBox="1">
            <a:spLocks/>
          </p:cNvSpPr>
          <p:nvPr/>
        </p:nvSpPr>
        <p:spPr>
          <a:xfrm>
            <a:off x="892505" y="4272620"/>
            <a:ext cx="901789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sz="1800" dirty="0" err="1">
                <a:solidFill>
                  <a:srgbClr val="44546A"/>
                </a:solidFill>
                <a:latin typeface="Montserrat Medium"/>
              </a:rPr>
              <a:t>mnt</a:t>
            </a:r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endParaRPr lang="en-AU" sz="1800" dirty="0">
              <a:solidFill>
                <a:srgbClr val="44546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CD5081-77F9-F2FC-CB5A-9670BAEDA22E}"/>
              </a:ext>
            </a:extLst>
          </p:cNvPr>
          <p:cNvSpPr txBox="1"/>
          <p:nvPr/>
        </p:nvSpPr>
        <p:spPr>
          <a:xfrm>
            <a:off x="2810055" y="1538601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- Direktorijum korjenskog korisnika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DAF0A5-2184-0936-0133-291A41B9AE5B}"/>
              </a:ext>
            </a:extLst>
          </p:cNvPr>
          <p:cNvSpPr txBox="1"/>
          <p:nvPr/>
        </p:nvSpPr>
        <p:spPr>
          <a:xfrm>
            <a:off x="2810055" y="2202300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- Komande koje koristi samo administrator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1BAC1E-9C85-D906-397D-04F4B4368450}"/>
              </a:ext>
            </a:extLst>
          </p:cNvPr>
          <p:cNvSpPr txBox="1"/>
          <p:nvPr/>
        </p:nvSpPr>
        <p:spPr>
          <a:xfrm>
            <a:off x="2810055" y="2936215"/>
            <a:ext cx="6696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- Oštećene datoteke koje je sistem pokusao da opravi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BC2995-F881-45E6-8964-2C240437AF20}"/>
              </a:ext>
            </a:extLst>
          </p:cNvPr>
          <p:cNvSpPr txBox="1"/>
          <p:nvPr/>
        </p:nvSpPr>
        <p:spPr>
          <a:xfrm>
            <a:off x="2810055" y="3599914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- Odredište za 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mauntovanje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eksternih medijuma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A04D28-BE82-67A1-AE54-F14C3D2B04BF}"/>
              </a:ext>
            </a:extLst>
          </p:cNvPr>
          <p:cNvSpPr txBox="1"/>
          <p:nvPr/>
        </p:nvSpPr>
        <p:spPr>
          <a:xfrm>
            <a:off x="2810054" y="4327354"/>
            <a:ext cx="9051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- Odredište za 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mauntovanje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privremeno 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mauntovanih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sistema datoteka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7037C4A-CDF2-9EE2-2B13-F261CCAAA064}"/>
              </a:ext>
            </a:extLst>
          </p:cNvPr>
          <p:cNvSpPr/>
          <p:nvPr/>
        </p:nvSpPr>
        <p:spPr>
          <a:xfrm>
            <a:off x="602043" y="5841567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6C5415CC-965C-CC27-6E18-AA11F3F9B467}"/>
              </a:ext>
            </a:extLst>
          </p:cNvPr>
          <p:cNvSpPr txBox="1">
            <a:spLocks/>
          </p:cNvSpPr>
          <p:nvPr/>
        </p:nvSpPr>
        <p:spPr>
          <a:xfrm>
            <a:off x="892505" y="4968950"/>
            <a:ext cx="988053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sz="1800" dirty="0" err="1">
                <a:solidFill>
                  <a:srgbClr val="44546A"/>
                </a:solidFill>
                <a:latin typeface="Montserrat Medium"/>
              </a:rPr>
              <a:t>opt</a:t>
            </a:r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endParaRPr lang="en-AU" sz="1800" dirty="0">
              <a:solidFill>
                <a:srgbClr val="44546A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41F6C96-B135-37BB-6798-6730ABD3C10D}"/>
              </a:ext>
            </a:extLst>
          </p:cNvPr>
          <p:cNvSpPr/>
          <p:nvPr/>
        </p:nvSpPr>
        <p:spPr>
          <a:xfrm>
            <a:off x="602043" y="5142760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33DA94BA-C310-B579-73F5-62A224E616A8}"/>
              </a:ext>
            </a:extLst>
          </p:cNvPr>
          <p:cNvSpPr txBox="1">
            <a:spLocks/>
          </p:cNvSpPr>
          <p:nvPr/>
        </p:nvSpPr>
        <p:spPr>
          <a:xfrm>
            <a:off x="892505" y="5670234"/>
            <a:ext cx="901789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sz="1800" dirty="0" err="1">
                <a:solidFill>
                  <a:srgbClr val="44546A"/>
                </a:solidFill>
                <a:latin typeface="Montserrat Medium"/>
              </a:rPr>
              <a:t>proc</a:t>
            </a:r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endParaRPr lang="en-AU" sz="1800" dirty="0">
              <a:solidFill>
                <a:srgbClr val="44546A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5EF9C2-C622-DDFC-0E74-2BC8390EC2E0}"/>
              </a:ext>
            </a:extLst>
          </p:cNvPr>
          <p:cNvSpPr txBox="1"/>
          <p:nvPr/>
        </p:nvSpPr>
        <p:spPr>
          <a:xfrm>
            <a:off x="2810054" y="4997528"/>
            <a:ext cx="6385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- Specifični alati instalirani od strane 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administartora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4F4189-5D40-2D28-595A-5D2F06EED9D3}"/>
              </a:ext>
            </a:extLst>
          </p:cNvPr>
          <p:cNvSpPr txBox="1"/>
          <p:nvPr/>
        </p:nvSpPr>
        <p:spPr>
          <a:xfrm>
            <a:off x="2810055" y="5724968"/>
            <a:ext cx="6515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- Pristup sistemskih informacijama (/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cpuinfo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, /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version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)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33852137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1D8C5B79-50AA-F225-6D98-316A1D7FD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4FE92A-B428-5A27-DFF4-DBF5E69D0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en-AU" sz="2800" dirty="0" err="1">
                <a:solidFill>
                  <a:srgbClr val="44546A"/>
                </a:solidFill>
              </a:rPr>
              <a:t>Struktura</a:t>
            </a:r>
            <a:r>
              <a:rPr lang="en-AU" sz="2800" dirty="0">
                <a:solidFill>
                  <a:srgbClr val="44546A"/>
                </a:solidFill>
              </a:rPr>
              <a:t> </a:t>
            </a:r>
            <a:r>
              <a:rPr lang="en-AU" sz="2800" dirty="0" err="1">
                <a:solidFill>
                  <a:srgbClr val="44546A"/>
                </a:solidFill>
              </a:rPr>
              <a:t>sistema</a:t>
            </a:r>
            <a:r>
              <a:rPr lang="en-AU" sz="2800" dirty="0">
                <a:solidFill>
                  <a:srgbClr val="44546A"/>
                </a:solidFill>
              </a:rPr>
              <a:t> </a:t>
            </a:r>
            <a:r>
              <a:rPr lang="en-AU" sz="2800" dirty="0" err="1">
                <a:solidFill>
                  <a:srgbClr val="44546A"/>
                </a:solidFill>
              </a:rPr>
              <a:t>datoteka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7D11393-88C2-4F76-CF8B-F47BDDBEFFD2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6" name="Title 2">
            <a:extLst>
              <a:ext uri="{FF2B5EF4-FFF2-40B4-BE49-F238E27FC236}">
                <a16:creationId xmlns:a16="http://schemas.microsoft.com/office/drawing/2014/main" id="{CBB11DB4-1F71-651E-17ED-BF238BB644F9}"/>
              </a:ext>
            </a:extLst>
          </p:cNvPr>
          <p:cNvSpPr txBox="1">
            <a:spLocks/>
          </p:cNvSpPr>
          <p:nvPr/>
        </p:nvSpPr>
        <p:spPr>
          <a:xfrm>
            <a:off x="892505" y="1474915"/>
            <a:ext cx="1212340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sz="1800" dirty="0" err="1">
                <a:solidFill>
                  <a:srgbClr val="44546A"/>
                </a:solidFill>
                <a:latin typeface="Montserrat Medium"/>
              </a:rPr>
              <a:t>sys</a:t>
            </a:r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endParaRPr lang="en-AU" sz="1800" dirty="0">
              <a:solidFill>
                <a:srgbClr val="44546A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B1D61C5F-3CAB-48A0-DF4F-2CEDAA02A6A3}"/>
              </a:ext>
            </a:extLst>
          </p:cNvPr>
          <p:cNvSpPr/>
          <p:nvPr/>
        </p:nvSpPr>
        <p:spPr>
          <a:xfrm>
            <a:off x="602043" y="4443953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8" name="Title 2">
            <a:extLst>
              <a:ext uri="{FF2B5EF4-FFF2-40B4-BE49-F238E27FC236}">
                <a16:creationId xmlns:a16="http://schemas.microsoft.com/office/drawing/2014/main" id="{17496561-38AD-2647-40FC-A0FAC28B9083}"/>
              </a:ext>
            </a:extLst>
          </p:cNvPr>
          <p:cNvSpPr txBox="1">
            <a:spLocks/>
          </p:cNvSpPr>
          <p:nvPr/>
        </p:nvSpPr>
        <p:spPr>
          <a:xfrm>
            <a:off x="892505" y="2176199"/>
            <a:ext cx="1065691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sz="1800" dirty="0" err="1">
                <a:solidFill>
                  <a:srgbClr val="44546A"/>
                </a:solidFill>
                <a:latin typeface="Montserrat Medium"/>
              </a:rPr>
              <a:t>tmp</a:t>
            </a:r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endParaRPr lang="en-AU" sz="1800" dirty="0">
              <a:solidFill>
                <a:srgbClr val="44546A"/>
              </a:solidFill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F752BF16-3586-8906-C391-E34AEEBD44E6}"/>
              </a:ext>
            </a:extLst>
          </p:cNvPr>
          <p:cNvSpPr/>
          <p:nvPr/>
        </p:nvSpPr>
        <p:spPr>
          <a:xfrm>
            <a:off x="602043" y="2347532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0" name="Title 2">
            <a:extLst>
              <a:ext uri="{FF2B5EF4-FFF2-40B4-BE49-F238E27FC236}">
                <a16:creationId xmlns:a16="http://schemas.microsoft.com/office/drawing/2014/main" id="{8E47837D-21E2-B26F-4F0D-0D406F0738C0}"/>
              </a:ext>
            </a:extLst>
          </p:cNvPr>
          <p:cNvSpPr txBox="1">
            <a:spLocks/>
          </p:cNvSpPr>
          <p:nvPr/>
        </p:nvSpPr>
        <p:spPr>
          <a:xfrm>
            <a:off x="892505" y="2870052"/>
            <a:ext cx="1632878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sz="1800" dirty="0" err="1">
                <a:solidFill>
                  <a:srgbClr val="44546A"/>
                </a:solidFill>
                <a:latin typeface="Montserrat Medium"/>
              </a:rPr>
              <a:t>usr</a:t>
            </a:r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endParaRPr lang="en-AU" sz="1800" dirty="0">
              <a:solidFill>
                <a:srgbClr val="44546A"/>
              </a:solidFill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E440BB12-B73C-85DA-3BEC-B08773F36799}"/>
              </a:ext>
            </a:extLst>
          </p:cNvPr>
          <p:cNvSpPr/>
          <p:nvPr/>
        </p:nvSpPr>
        <p:spPr>
          <a:xfrm>
            <a:off x="602043" y="3046339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2" name="Title 2">
            <a:extLst>
              <a:ext uri="{FF2B5EF4-FFF2-40B4-BE49-F238E27FC236}">
                <a16:creationId xmlns:a16="http://schemas.microsoft.com/office/drawing/2014/main" id="{BE38D42E-634F-7B9D-01D2-978495242337}"/>
              </a:ext>
            </a:extLst>
          </p:cNvPr>
          <p:cNvSpPr txBox="1">
            <a:spLocks/>
          </p:cNvSpPr>
          <p:nvPr/>
        </p:nvSpPr>
        <p:spPr>
          <a:xfrm>
            <a:off x="892505" y="3571336"/>
            <a:ext cx="1488386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sz="1800" dirty="0" err="1">
                <a:solidFill>
                  <a:srgbClr val="44546A"/>
                </a:solidFill>
                <a:latin typeface="Montserrat Medium"/>
              </a:rPr>
              <a:t>usr</a:t>
            </a:r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sz="1800" dirty="0" err="1">
                <a:solidFill>
                  <a:srgbClr val="44546A"/>
                </a:solidFill>
                <a:latin typeface="Montserrat Medium"/>
              </a:rPr>
              <a:t>local</a:t>
            </a:r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</a:t>
            </a:r>
            <a:endParaRPr lang="en-AU" sz="1800" dirty="0">
              <a:solidFill>
                <a:srgbClr val="44546A"/>
              </a:solidFill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DCC0E2F3-6E1A-25BA-83C2-2471D81B8072}"/>
              </a:ext>
            </a:extLst>
          </p:cNvPr>
          <p:cNvSpPr/>
          <p:nvPr/>
        </p:nvSpPr>
        <p:spPr>
          <a:xfrm>
            <a:off x="602043" y="374514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4" name="Title 2">
            <a:extLst>
              <a:ext uri="{FF2B5EF4-FFF2-40B4-BE49-F238E27FC236}">
                <a16:creationId xmlns:a16="http://schemas.microsoft.com/office/drawing/2014/main" id="{4D8ED53F-890D-1E55-2A83-78E9B9A98898}"/>
              </a:ext>
            </a:extLst>
          </p:cNvPr>
          <p:cNvSpPr txBox="1">
            <a:spLocks/>
          </p:cNvSpPr>
          <p:nvPr/>
        </p:nvSpPr>
        <p:spPr>
          <a:xfrm>
            <a:off x="892505" y="4272620"/>
            <a:ext cx="901789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/var/</a:t>
            </a:r>
            <a:endParaRPr lang="en-AU" sz="1800" dirty="0">
              <a:solidFill>
                <a:srgbClr val="44546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7FFF15-9731-CAEF-EDDB-21C00DEC3FD5}"/>
              </a:ext>
            </a:extLst>
          </p:cNvPr>
          <p:cNvSpPr txBox="1"/>
          <p:nvPr/>
        </p:nvSpPr>
        <p:spPr>
          <a:xfrm>
            <a:off x="2810055" y="1538601"/>
            <a:ext cx="7895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- Kontrola sistema i uređaja (frekvencija, CPU, snaga uređaja …)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638130-2D35-8C2A-50D7-083B03B5A821}"/>
              </a:ext>
            </a:extLst>
          </p:cNvPr>
          <p:cNvSpPr txBox="1"/>
          <p:nvPr/>
        </p:nvSpPr>
        <p:spPr>
          <a:xfrm>
            <a:off x="2810055" y="2202300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- Privremene datoteke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41D503-2886-3770-9AE3-43FE9439393F}"/>
              </a:ext>
            </a:extLst>
          </p:cNvPr>
          <p:cNvSpPr txBox="1"/>
          <p:nvPr/>
        </p:nvSpPr>
        <p:spPr>
          <a:xfrm>
            <a:off x="2810055" y="2936215"/>
            <a:ext cx="6696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- Korisnički alati (nisu esencijalni za sistem)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2790E0-B3D9-350D-659E-3A58A344D0DE}"/>
              </a:ext>
            </a:extLst>
          </p:cNvPr>
          <p:cNvSpPr txBox="1"/>
          <p:nvPr/>
        </p:nvSpPr>
        <p:spPr>
          <a:xfrm>
            <a:off x="2810054" y="3599914"/>
            <a:ext cx="6575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- Specifični alati instalirani od strane administratora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7DC791-ABF1-31BD-4174-632A4856740A}"/>
              </a:ext>
            </a:extLst>
          </p:cNvPr>
          <p:cNvSpPr txBox="1"/>
          <p:nvPr/>
        </p:nvSpPr>
        <p:spPr>
          <a:xfrm>
            <a:off x="2810054" y="4327354"/>
            <a:ext cx="9051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- Podaci koje koristi sistem ili sistemski serveri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9307CA4A-105C-CD14-3A21-F8BE4AE3A0AB}"/>
              </a:ext>
            </a:extLst>
          </p:cNvPr>
          <p:cNvSpPr txBox="1">
            <a:spLocks/>
          </p:cNvSpPr>
          <p:nvPr/>
        </p:nvSpPr>
        <p:spPr>
          <a:xfrm>
            <a:off x="892505" y="5314093"/>
            <a:ext cx="9683480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dirty="0" err="1">
                <a:solidFill>
                  <a:srgbClr val="44546A"/>
                </a:solidFill>
                <a:latin typeface="Montserrat Medium"/>
              </a:rPr>
              <a:t>Linux</a:t>
            </a:r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 sistem datoteka je </a:t>
            </a:r>
            <a:r>
              <a:rPr lang="sr-Latn-RS" sz="1800" dirty="0" err="1">
                <a:solidFill>
                  <a:srgbClr val="44546A"/>
                </a:solidFill>
                <a:latin typeface="Montserrat Medium"/>
              </a:rPr>
              <a:t>defnisan</a:t>
            </a:r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 „</a:t>
            </a:r>
            <a:r>
              <a:rPr lang="sr-Latn-RS" sz="1800" dirty="0" err="1">
                <a:solidFill>
                  <a:srgbClr val="44546A"/>
                </a:solidFill>
                <a:latin typeface="Montserrat Medium"/>
              </a:rPr>
              <a:t>Filesystem</a:t>
            </a:r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sz="1800" dirty="0" err="1">
                <a:solidFill>
                  <a:srgbClr val="44546A"/>
                </a:solidFill>
                <a:latin typeface="Montserrat Medium"/>
              </a:rPr>
              <a:t>Hierarchz</a:t>
            </a:r>
            <a:r>
              <a:rPr lang="sr-Latn-RS" sz="1800" dirty="0">
                <a:solidFill>
                  <a:srgbClr val="44546A"/>
                </a:solidFill>
                <a:latin typeface="Montserrat Medium"/>
              </a:rPr>
              <a:t> Standard“-om</a:t>
            </a:r>
            <a:endParaRPr lang="en-AU" sz="1800" dirty="0">
              <a:solidFill>
                <a:srgbClr val="44546A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4D71B1D-E687-5CB0-A4A5-589F5540D0AF}"/>
              </a:ext>
            </a:extLst>
          </p:cNvPr>
          <p:cNvSpPr/>
          <p:nvPr/>
        </p:nvSpPr>
        <p:spPr>
          <a:xfrm>
            <a:off x="602043" y="5487903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5168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8C96E-C328-1651-0017-A6866A9CD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D36F3-7FA8-82ED-1777-20ED2540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3. Interpreteri komandne linije</a:t>
            </a:r>
            <a:endParaRPr lang="en-GB" sz="2800" dirty="0">
              <a:solidFill>
                <a:srgbClr val="44546A"/>
              </a:solidFill>
              <a:latin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3029383137"/>
      </p:ext>
    </p:extLst>
  </p:cSld>
  <p:clrMapOvr>
    <a:masterClrMapping/>
  </p:clrMapOvr>
  <p:transition spd="slow" advTm="20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F75CDBE0-9355-610D-F4E4-8D4FB6597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4B5A82-1AE4-78A1-88BC-F7A917AC4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 err="1">
                <a:solidFill>
                  <a:srgbClr val="44546A"/>
                </a:solidFill>
              </a:rPr>
              <a:t>Šel</a:t>
            </a:r>
            <a:r>
              <a:rPr lang="sr-Latn-RS" sz="2800" dirty="0">
                <a:solidFill>
                  <a:srgbClr val="44546A"/>
                </a:solidFill>
              </a:rPr>
              <a:t> – interpreter komandne linije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0FA6A8C-D02A-A6D8-B847-AD17E3ECF837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0244DC7-5BE1-EE86-1586-C338CEAEB44C}"/>
              </a:ext>
            </a:extLst>
          </p:cNvPr>
          <p:cNvSpPr/>
          <p:nvPr/>
        </p:nvSpPr>
        <p:spPr>
          <a:xfrm>
            <a:off x="602043" y="4443953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DB2CF1C9-B7ED-08D2-A168-67447BEE7A5F}"/>
              </a:ext>
            </a:extLst>
          </p:cNvPr>
          <p:cNvSpPr/>
          <p:nvPr/>
        </p:nvSpPr>
        <p:spPr>
          <a:xfrm>
            <a:off x="602043" y="2347532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A0212EE3-CB08-B65A-4784-BC3BFAF6B469}"/>
              </a:ext>
            </a:extLst>
          </p:cNvPr>
          <p:cNvSpPr/>
          <p:nvPr/>
        </p:nvSpPr>
        <p:spPr>
          <a:xfrm>
            <a:off x="602043" y="3046339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01B13772-2972-7550-BFAE-851A517E7FA8}"/>
              </a:ext>
            </a:extLst>
          </p:cNvPr>
          <p:cNvSpPr/>
          <p:nvPr/>
        </p:nvSpPr>
        <p:spPr>
          <a:xfrm>
            <a:off x="602043" y="374514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0CAEF-C8B2-546F-8FAD-6507534EB0DD}"/>
              </a:ext>
            </a:extLst>
          </p:cNvPr>
          <p:cNvSpPr txBox="1"/>
          <p:nvPr/>
        </p:nvSpPr>
        <p:spPr>
          <a:xfrm>
            <a:off x="892505" y="1528497"/>
            <a:ext cx="7895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Šel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– alat koji izvršava korisničke komande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191EE4-BF9A-C077-AEB8-AAED86E7D4E0}"/>
              </a:ext>
            </a:extLst>
          </p:cNvPr>
          <p:cNvSpPr txBox="1"/>
          <p:nvPr/>
        </p:nvSpPr>
        <p:spPr>
          <a:xfrm>
            <a:off x="892505" y="222630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Komande se unose u tekstualni terminal (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console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)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30633-4E41-669B-3FA2-8B695395B229}"/>
              </a:ext>
            </a:extLst>
          </p:cNvPr>
          <p:cNvSpPr txBox="1"/>
          <p:nvPr/>
        </p:nvSpPr>
        <p:spPr>
          <a:xfrm>
            <a:off x="892505" y="2929740"/>
            <a:ext cx="6696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Rezultati izvršavanja se ispisuju u terminal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E96E0A-B551-6D83-1F99-226A82253C03}"/>
              </a:ext>
            </a:extLst>
          </p:cNvPr>
          <p:cNvSpPr txBox="1"/>
          <p:nvPr/>
        </p:nvSpPr>
        <p:spPr>
          <a:xfrm>
            <a:off x="892505" y="3633171"/>
            <a:ext cx="97241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Moguće je pisati skripte (ima potrebne resurse za pisanje kompleksnih programa)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EA320A-E14F-D550-EDD4-4D0AACB8B8A1}"/>
              </a:ext>
            </a:extLst>
          </p:cNvPr>
          <p:cNvSpPr txBox="1"/>
          <p:nvPr/>
        </p:nvSpPr>
        <p:spPr>
          <a:xfrm>
            <a:off x="892505" y="4330983"/>
            <a:ext cx="9051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Popularni 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šelovi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: 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Bash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(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sh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),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tcsh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(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csh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)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7432D402-290E-5BEF-F083-2A6654781F9A}"/>
              </a:ext>
            </a:extLst>
          </p:cNvPr>
          <p:cNvSpPr txBox="1">
            <a:spLocks/>
          </p:cNvSpPr>
          <p:nvPr/>
        </p:nvSpPr>
        <p:spPr>
          <a:xfrm>
            <a:off x="892505" y="4976883"/>
            <a:ext cx="11417389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dirty="0">
                <a:solidFill>
                  <a:srgbClr val="44546A"/>
                </a:solidFill>
              </a:rPr>
              <a:t>Postoji komanda </a:t>
            </a:r>
            <a:r>
              <a:rPr lang="sr-Latn-RS" sz="1800" b="1" dirty="0" err="1">
                <a:solidFill>
                  <a:srgbClr val="44546A"/>
                </a:solidFill>
              </a:rPr>
              <a:t>man</a:t>
            </a:r>
            <a:r>
              <a:rPr lang="sr-Latn-RS" sz="1800" dirty="0">
                <a:solidFill>
                  <a:srgbClr val="44546A"/>
                </a:solidFill>
              </a:rPr>
              <a:t> pomoću koje se možemo upoznati sa bilo kojom komandom</a:t>
            </a:r>
            <a:endParaRPr lang="en-AU" sz="1800" dirty="0">
              <a:solidFill>
                <a:srgbClr val="44546A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DC32E4F-D2A2-7E83-4EEA-1F749E99439A}"/>
              </a:ext>
            </a:extLst>
          </p:cNvPr>
          <p:cNvSpPr/>
          <p:nvPr/>
        </p:nvSpPr>
        <p:spPr>
          <a:xfrm>
            <a:off x="602043" y="5141208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61882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6B29C-3EA9-4D9F-9930-49E11EF2E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56D9-4948-FE9B-9D7A-87528DD23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4. Prikaz, pretraga sadržaja i sortiranje datoteka</a:t>
            </a:r>
            <a:endParaRPr lang="en-GB" sz="2800" dirty="0">
              <a:solidFill>
                <a:srgbClr val="44546A"/>
              </a:solidFill>
              <a:latin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3375772619"/>
      </p:ext>
    </p:extLst>
  </p:cSld>
  <p:clrMapOvr>
    <a:masterClrMapping/>
  </p:clrMapOvr>
  <p:transition spd="slow" advTm="20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829F4BB2-E866-E93C-E8E0-DB1AB3094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F08BF-AA2C-D825-9A25-99ECCC1E2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>
                <a:solidFill>
                  <a:srgbClr val="44546A"/>
                </a:solidFill>
              </a:rPr>
              <a:t>Prikazivanje sadržaja datoteke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40538B3F-F032-CF16-7E96-121CE65C19BA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CD359B73-1E3A-1BBA-301D-EEDED1561A56}"/>
              </a:ext>
            </a:extLst>
          </p:cNvPr>
          <p:cNvSpPr/>
          <p:nvPr/>
        </p:nvSpPr>
        <p:spPr>
          <a:xfrm>
            <a:off x="602044" y="554820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FF61865F-8AAB-8DAA-7F44-319539B64821}"/>
              </a:ext>
            </a:extLst>
          </p:cNvPr>
          <p:cNvSpPr/>
          <p:nvPr/>
        </p:nvSpPr>
        <p:spPr>
          <a:xfrm>
            <a:off x="602043" y="2578343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C67E363B-8596-9426-1733-67DC50846737}"/>
              </a:ext>
            </a:extLst>
          </p:cNvPr>
          <p:cNvSpPr/>
          <p:nvPr/>
        </p:nvSpPr>
        <p:spPr>
          <a:xfrm>
            <a:off x="602043" y="351434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861EC434-D7E6-60CB-A2F0-26EF803875F7}"/>
              </a:ext>
            </a:extLst>
          </p:cNvPr>
          <p:cNvSpPr/>
          <p:nvPr/>
        </p:nvSpPr>
        <p:spPr>
          <a:xfrm>
            <a:off x="602043" y="450155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F51620-6C62-112F-0936-CC3D1FAF247E}"/>
              </a:ext>
            </a:extLst>
          </p:cNvPr>
          <p:cNvSpPr txBox="1"/>
          <p:nvPr/>
        </p:nvSpPr>
        <p:spPr>
          <a:xfrm>
            <a:off x="892504" y="1528497"/>
            <a:ext cx="542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cat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dat1 dat2 dat … (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concatenate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)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128D79-D906-1D14-F4B0-B1451BBF2352}"/>
              </a:ext>
            </a:extLst>
          </p:cNvPr>
          <p:cNvSpPr txBox="1"/>
          <p:nvPr/>
        </p:nvSpPr>
        <p:spPr>
          <a:xfrm>
            <a:off x="892505" y="2457120"/>
            <a:ext cx="52034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more dat1 dat2 dat3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4BEA5E3C-7A73-6C04-C4A7-4FAB63D035D3}"/>
              </a:ext>
            </a:extLst>
          </p:cNvPr>
          <p:cNvSpPr txBox="1">
            <a:spLocks/>
          </p:cNvSpPr>
          <p:nvPr/>
        </p:nvSpPr>
        <p:spPr>
          <a:xfrm>
            <a:off x="892503" y="4315544"/>
            <a:ext cx="6770169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b="1" dirty="0" err="1">
                <a:solidFill>
                  <a:srgbClr val="44546A"/>
                </a:solidFill>
              </a:rPr>
              <a:t>head</a:t>
            </a:r>
            <a:r>
              <a:rPr lang="sr-Latn-RS" sz="1800" b="1" dirty="0">
                <a:solidFill>
                  <a:srgbClr val="44546A"/>
                </a:solidFill>
              </a:rPr>
              <a:t> [-n] &lt;datoteka&gt;</a:t>
            </a:r>
            <a:endParaRPr lang="en-AU" sz="1800" b="1" dirty="0">
              <a:solidFill>
                <a:srgbClr val="44546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0CA1DA-FF30-FA1F-99F4-CD11386F6DC9}"/>
              </a:ext>
            </a:extLst>
          </p:cNvPr>
          <p:cNvSpPr txBox="1"/>
          <p:nvPr/>
        </p:nvSpPr>
        <p:spPr>
          <a:xfrm>
            <a:off x="892506" y="3385743"/>
            <a:ext cx="5203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less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dat1 dat2 dat3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3F065561-A263-49F3-BAF2-912C7BA4AAFE}"/>
              </a:ext>
            </a:extLst>
          </p:cNvPr>
          <p:cNvSpPr txBox="1">
            <a:spLocks/>
          </p:cNvSpPr>
          <p:nvPr/>
        </p:nvSpPr>
        <p:spPr>
          <a:xfrm>
            <a:off x="892504" y="5354813"/>
            <a:ext cx="5426000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b="1" dirty="0" err="1">
                <a:solidFill>
                  <a:srgbClr val="44546A"/>
                </a:solidFill>
              </a:rPr>
              <a:t>tail</a:t>
            </a:r>
            <a:r>
              <a:rPr lang="sr-Latn-RS" sz="1800" b="1" dirty="0">
                <a:solidFill>
                  <a:srgbClr val="44546A"/>
                </a:solidFill>
              </a:rPr>
              <a:t> [-n] &lt;datoteka&gt; </a:t>
            </a:r>
            <a:endParaRPr lang="en-AU" sz="1800" b="1" dirty="0">
              <a:solidFill>
                <a:srgbClr val="44546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973548-7309-37E9-A8FF-0DE4135C3173}"/>
              </a:ext>
            </a:extLst>
          </p:cNvPr>
          <p:cNvSpPr txBox="1"/>
          <p:nvPr/>
        </p:nvSpPr>
        <p:spPr>
          <a:xfrm>
            <a:off x="1319224" y="2022997"/>
            <a:ext cx="542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Konkatenira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i prikazuje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sadrzaj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svih datoteka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D0F753-017C-EA28-3514-B5EA356B0009}"/>
              </a:ext>
            </a:extLst>
          </p:cNvPr>
          <p:cNvSpPr txBox="1"/>
          <p:nvPr/>
        </p:nvSpPr>
        <p:spPr>
          <a:xfrm>
            <a:off x="1307032" y="2951620"/>
            <a:ext cx="9443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Posle svake strane staje i čeka komandu od korisnika, moguća pretraga (/&lt;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tražena_rijec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&gt;)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3B4521-244C-A9D5-513E-10032D9E8C5C}"/>
              </a:ext>
            </a:extLst>
          </p:cNvPr>
          <p:cNvSpPr txBox="1"/>
          <p:nvPr/>
        </p:nvSpPr>
        <p:spPr>
          <a:xfrm>
            <a:off x="1319224" y="3880243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Ne čita cijelu datoteku prije početka, moguća pretraga unazad (?&lt;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tražena_rijec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&gt;)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E531C3-B0D1-7A3F-8276-A34DE89BD219}"/>
              </a:ext>
            </a:extLst>
          </p:cNvPr>
          <p:cNvSpPr txBox="1"/>
          <p:nvPr/>
        </p:nvSpPr>
        <p:spPr>
          <a:xfrm>
            <a:off x="1319224" y="4920690"/>
            <a:ext cx="542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prikazuje prvih &lt;n&gt; linija (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default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10), -c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flag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za znakove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5B3DFC-2037-CEC4-46FC-033040304C73}"/>
              </a:ext>
            </a:extLst>
          </p:cNvPr>
          <p:cNvSpPr txBox="1"/>
          <p:nvPr/>
        </p:nvSpPr>
        <p:spPr>
          <a:xfrm>
            <a:off x="1319224" y="5957984"/>
            <a:ext cx="7376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prikazuje poslednjih &lt;n&gt; linija (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default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10), nastavlja da prikazuje nove linije kada se pojave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46535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BE7C66CA-C86C-2FE6-1BE5-508F4A960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C661E3-3B2D-AA1B-78AA-4778B0B0F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 err="1">
                <a:solidFill>
                  <a:srgbClr val="44546A"/>
                </a:solidFill>
              </a:rPr>
              <a:t>find</a:t>
            </a:r>
            <a:r>
              <a:rPr lang="sr-Latn-RS" sz="2800" dirty="0">
                <a:solidFill>
                  <a:srgbClr val="44546A"/>
                </a:solidFill>
              </a:rPr>
              <a:t> i </a:t>
            </a:r>
            <a:r>
              <a:rPr lang="sr-Latn-RS" sz="2800" dirty="0" err="1">
                <a:solidFill>
                  <a:srgbClr val="44546A"/>
                </a:solidFill>
              </a:rPr>
              <a:t>locate</a:t>
            </a:r>
            <a:r>
              <a:rPr lang="sr-Latn-RS" sz="2800" dirty="0">
                <a:solidFill>
                  <a:srgbClr val="44546A"/>
                </a:solidFill>
              </a:rPr>
              <a:t> komande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C6E57DE1-2FC8-5687-0137-097B87240396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5392E219-5037-CA89-92B1-AEBDC2FFDCC1}"/>
              </a:ext>
            </a:extLst>
          </p:cNvPr>
          <p:cNvSpPr/>
          <p:nvPr/>
        </p:nvSpPr>
        <p:spPr>
          <a:xfrm>
            <a:off x="602043" y="5228947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8086B7C3-C745-AC6B-27C3-C0DE6568ECAE}"/>
              </a:ext>
            </a:extLst>
          </p:cNvPr>
          <p:cNvSpPr/>
          <p:nvPr/>
        </p:nvSpPr>
        <p:spPr>
          <a:xfrm>
            <a:off x="602042" y="225908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80FB840C-7288-90A9-EFBF-F49A69C4DF31}"/>
              </a:ext>
            </a:extLst>
          </p:cNvPr>
          <p:cNvSpPr/>
          <p:nvPr/>
        </p:nvSpPr>
        <p:spPr>
          <a:xfrm>
            <a:off x="602042" y="3195088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6E276F9F-B2C0-053B-EA84-88E836DCE8BF}"/>
              </a:ext>
            </a:extLst>
          </p:cNvPr>
          <p:cNvSpPr/>
          <p:nvPr/>
        </p:nvSpPr>
        <p:spPr>
          <a:xfrm>
            <a:off x="602042" y="4182298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EC2E37-1C5C-82F7-1604-3B49DD4042C4}"/>
              </a:ext>
            </a:extLst>
          </p:cNvPr>
          <p:cNvSpPr txBox="1"/>
          <p:nvPr/>
        </p:nvSpPr>
        <p:spPr>
          <a:xfrm>
            <a:off x="892504" y="1528497"/>
            <a:ext cx="542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Lakše objasniti na 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primjerima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04F346-0FFC-1B51-BF48-1049720E5369}"/>
              </a:ext>
            </a:extLst>
          </p:cNvPr>
          <p:cNvSpPr txBox="1"/>
          <p:nvPr/>
        </p:nvSpPr>
        <p:spPr>
          <a:xfrm>
            <a:off x="892504" y="2137862"/>
            <a:ext cx="52034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find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. –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name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„.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pdf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“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EC5ECC6A-8DAF-E49D-F4C8-38B5F4A75F26}"/>
              </a:ext>
            </a:extLst>
          </p:cNvPr>
          <p:cNvSpPr txBox="1">
            <a:spLocks/>
          </p:cNvSpPr>
          <p:nvPr/>
        </p:nvSpPr>
        <p:spPr>
          <a:xfrm>
            <a:off x="892502" y="3996286"/>
            <a:ext cx="6770169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b="1" dirty="0" err="1">
                <a:solidFill>
                  <a:srgbClr val="44546A"/>
                </a:solidFill>
              </a:rPr>
              <a:t>locate</a:t>
            </a:r>
            <a:r>
              <a:rPr lang="sr-Latn-RS" sz="1800" b="1" dirty="0">
                <a:solidFill>
                  <a:srgbClr val="44546A"/>
                </a:solidFill>
              </a:rPr>
              <a:t> </a:t>
            </a:r>
            <a:r>
              <a:rPr lang="sr-Latn-RS" sz="1800" b="1" dirty="0" err="1">
                <a:solidFill>
                  <a:srgbClr val="44546A"/>
                </a:solidFill>
              </a:rPr>
              <a:t>keys</a:t>
            </a:r>
            <a:endParaRPr lang="en-AU" sz="1800" b="1" dirty="0">
              <a:solidFill>
                <a:srgbClr val="44546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B22721-5B78-7777-2A72-FCC658052D70}"/>
              </a:ext>
            </a:extLst>
          </p:cNvPr>
          <p:cNvSpPr txBox="1"/>
          <p:nvPr/>
        </p:nvSpPr>
        <p:spPr>
          <a:xfrm>
            <a:off x="892505" y="3066485"/>
            <a:ext cx="5203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find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docs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–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name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„.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pdf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“ –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exec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xpdf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{} </a:t>
            </a:r>
            <a:r>
              <a:rPr lang="en-US" b="1" dirty="0">
                <a:solidFill>
                  <a:srgbClr val="44546A"/>
                </a:solidFill>
                <a:latin typeface="Montserrat Medium"/>
              </a:rPr>
              <a:t>‘;’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88FD27DB-DE49-EE4A-AC8F-5ACEA1464DA4}"/>
              </a:ext>
            </a:extLst>
          </p:cNvPr>
          <p:cNvSpPr txBox="1">
            <a:spLocks/>
          </p:cNvSpPr>
          <p:nvPr/>
        </p:nvSpPr>
        <p:spPr>
          <a:xfrm>
            <a:off x="892503" y="5035555"/>
            <a:ext cx="5426000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b="1" dirty="0" err="1">
                <a:solidFill>
                  <a:srgbClr val="44546A"/>
                </a:solidFill>
              </a:rPr>
              <a:t>locate</a:t>
            </a:r>
            <a:r>
              <a:rPr lang="sr-Latn-RS" sz="1800" b="1" dirty="0">
                <a:solidFill>
                  <a:srgbClr val="44546A"/>
                </a:solidFill>
              </a:rPr>
              <a:t> „.</a:t>
            </a:r>
            <a:r>
              <a:rPr lang="sr-Latn-RS" sz="1800" b="1" dirty="0" err="1">
                <a:solidFill>
                  <a:srgbClr val="44546A"/>
                </a:solidFill>
              </a:rPr>
              <a:t>pdf</a:t>
            </a:r>
            <a:r>
              <a:rPr lang="sr-Latn-RS" sz="1800" b="1" dirty="0">
                <a:solidFill>
                  <a:srgbClr val="44546A"/>
                </a:solidFill>
              </a:rPr>
              <a:t>“</a:t>
            </a:r>
            <a:endParaRPr lang="en-AU" sz="1800" b="1" dirty="0">
              <a:solidFill>
                <a:srgbClr val="44546A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803806-821F-86C4-587B-FBCDF8AD69CA}"/>
              </a:ext>
            </a:extLst>
          </p:cNvPr>
          <p:cNvSpPr txBox="1"/>
          <p:nvPr/>
        </p:nvSpPr>
        <p:spPr>
          <a:xfrm>
            <a:off x="1307031" y="2632362"/>
            <a:ext cx="9443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Pronalazi sve *.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pdf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datoteke u trenutnom direktorijumu (.) i njegovim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poddirektorijumima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CAAB65-26D2-79F6-0FDF-3F7DD194DD42}"/>
              </a:ext>
            </a:extLst>
          </p:cNvPr>
          <p:cNvSpPr txBox="1"/>
          <p:nvPr/>
        </p:nvSpPr>
        <p:spPr>
          <a:xfrm>
            <a:off x="1319223" y="3560985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Pronalazi sve *.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pdf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datoteke u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docs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direktorijumu i prikazuje ih jedan za drugim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3A14A7-E804-6596-A64E-C2574D7A9545}"/>
              </a:ext>
            </a:extLst>
          </p:cNvPr>
          <p:cNvSpPr txBox="1"/>
          <p:nvPr/>
        </p:nvSpPr>
        <p:spPr>
          <a:xfrm>
            <a:off x="1319223" y="4601432"/>
            <a:ext cx="542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izlistava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sve datoteke na sistemu sa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keys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u imenu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AC9F1E-5FF8-F6EB-1DF0-A9F589BFE4BE}"/>
              </a:ext>
            </a:extLst>
          </p:cNvPr>
          <p:cNvSpPr txBox="1"/>
          <p:nvPr/>
        </p:nvSpPr>
        <p:spPr>
          <a:xfrm>
            <a:off x="1319223" y="5638726"/>
            <a:ext cx="7376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Izlistava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sve *.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pdf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datoteke na cijeloj mašini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73843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3DF73283-3BAA-805E-4FE6-4E979C3DC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2C668F-7DE3-4770-0DB1-C43C66CDB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 err="1">
                <a:solidFill>
                  <a:srgbClr val="44546A"/>
                </a:solidFill>
              </a:rPr>
              <a:t>grep</a:t>
            </a:r>
            <a:r>
              <a:rPr lang="sr-Latn-RS" sz="2800" dirty="0">
                <a:solidFill>
                  <a:srgbClr val="44546A"/>
                </a:solidFill>
              </a:rPr>
              <a:t> komanda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F43DEE6-8855-47B5-56A2-73542DD5440F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32B3DE1-7890-2091-2FAE-4133AD8A3FE3}"/>
              </a:ext>
            </a:extLst>
          </p:cNvPr>
          <p:cNvSpPr/>
          <p:nvPr/>
        </p:nvSpPr>
        <p:spPr>
          <a:xfrm>
            <a:off x="602044" y="554820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EFDF9F0E-836D-E0FE-ED68-E6D1F020A6F4}"/>
              </a:ext>
            </a:extLst>
          </p:cNvPr>
          <p:cNvSpPr/>
          <p:nvPr/>
        </p:nvSpPr>
        <p:spPr>
          <a:xfrm>
            <a:off x="602043" y="2578343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59F52C0E-876D-D67A-99E8-6C93E3CC160C}"/>
              </a:ext>
            </a:extLst>
          </p:cNvPr>
          <p:cNvSpPr/>
          <p:nvPr/>
        </p:nvSpPr>
        <p:spPr>
          <a:xfrm>
            <a:off x="602043" y="351434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F8F09B9B-4E06-92C1-7865-9306B64561C0}"/>
              </a:ext>
            </a:extLst>
          </p:cNvPr>
          <p:cNvSpPr/>
          <p:nvPr/>
        </p:nvSpPr>
        <p:spPr>
          <a:xfrm>
            <a:off x="602043" y="450155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11171F-E5D0-8948-12CC-28096A193E79}"/>
              </a:ext>
            </a:extLst>
          </p:cNvPr>
          <p:cNvSpPr txBox="1"/>
          <p:nvPr/>
        </p:nvSpPr>
        <p:spPr>
          <a:xfrm>
            <a:off x="892504" y="1528497"/>
            <a:ext cx="542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grep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&lt;šablon&gt; &lt;datoteke&gt;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5400BB-3C45-AC23-EB00-ADCD00F0F753}"/>
              </a:ext>
            </a:extLst>
          </p:cNvPr>
          <p:cNvSpPr txBox="1"/>
          <p:nvPr/>
        </p:nvSpPr>
        <p:spPr>
          <a:xfrm>
            <a:off x="892505" y="2457120"/>
            <a:ext cx="52034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grep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error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*.log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A73A298F-E914-1761-C742-BD56B0B52B88}"/>
              </a:ext>
            </a:extLst>
          </p:cNvPr>
          <p:cNvSpPr txBox="1">
            <a:spLocks/>
          </p:cNvSpPr>
          <p:nvPr/>
        </p:nvSpPr>
        <p:spPr>
          <a:xfrm>
            <a:off x="892503" y="4315544"/>
            <a:ext cx="6770169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b="1" dirty="0" err="1">
                <a:solidFill>
                  <a:srgbClr val="44546A"/>
                </a:solidFill>
              </a:rPr>
              <a:t>grep</a:t>
            </a:r>
            <a:r>
              <a:rPr lang="sr-Latn-RS" sz="1800" b="1" dirty="0">
                <a:solidFill>
                  <a:srgbClr val="44546A"/>
                </a:solidFill>
              </a:rPr>
              <a:t> –</a:t>
            </a:r>
            <a:r>
              <a:rPr lang="sr-Latn-RS" sz="1800" b="1" dirty="0" err="1">
                <a:solidFill>
                  <a:srgbClr val="44546A"/>
                </a:solidFill>
              </a:rPr>
              <a:t>ri</a:t>
            </a:r>
            <a:r>
              <a:rPr lang="sr-Latn-RS" sz="1800" b="1" dirty="0">
                <a:solidFill>
                  <a:srgbClr val="44546A"/>
                </a:solidFill>
              </a:rPr>
              <a:t> </a:t>
            </a:r>
            <a:r>
              <a:rPr lang="sr-Latn-RS" sz="1800" b="1" dirty="0" err="1">
                <a:solidFill>
                  <a:srgbClr val="44546A"/>
                </a:solidFill>
              </a:rPr>
              <a:t>error</a:t>
            </a:r>
            <a:r>
              <a:rPr lang="sr-Latn-RS" sz="1800" b="1" dirty="0">
                <a:solidFill>
                  <a:srgbClr val="44546A"/>
                </a:solidFill>
              </a:rPr>
              <a:t> .</a:t>
            </a:r>
            <a:endParaRPr lang="en-AU" sz="1800" b="1" dirty="0">
              <a:solidFill>
                <a:srgbClr val="44546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36D74A-6AA3-8B27-39B9-6ACED8729D6D}"/>
              </a:ext>
            </a:extLst>
          </p:cNvPr>
          <p:cNvSpPr txBox="1"/>
          <p:nvPr/>
        </p:nvSpPr>
        <p:spPr>
          <a:xfrm>
            <a:off x="892506" y="3385743"/>
            <a:ext cx="5203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grep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–i 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error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*.log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90D7528A-25B4-9B90-D493-541F2ECB0F20}"/>
              </a:ext>
            </a:extLst>
          </p:cNvPr>
          <p:cNvSpPr txBox="1">
            <a:spLocks/>
          </p:cNvSpPr>
          <p:nvPr/>
        </p:nvSpPr>
        <p:spPr>
          <a:xfrm>
            <a:off x="892504" y="5354813"/>
            <a:ext cx="5426000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b="1" dirty="0" err="1">
                <a:solidFill>
                  <a:srgbClr val="44546A"/>
                </a:solidFill>
              </a:rPr>
              <a:t>grep</a:t>
            </a:r>
            <a:r>
              <a:rPr lang="sr-Latn-RS" sz="1800" b="1" dirty="0">
                <a:solidFill>
                  <a:srgbClr val="44546A"/>
                </a:solidFill>
              </a:rPr>
              <a:t> –v info *.log</a:t>
            </a:r>
            <a:endParaRPr lang="en-AU" sz="1800" b="1" dirty="0">
              <a:solidFill>
                <a:srgbClr val="44546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5EE22A-3CE5-5986-E126-1BB3ABE103F9}"/>
              </a:ext>
            </a:extLst>
          </p:cNvPr>
          <p:cNvSpPr txBox="1"/>
          <p:nvPr/>
        </p:nvSpPr>
        <p:spPr>
          <a:xfrm>
            <a:off x="1319224" y="2022997"/>
            <a:ext cx="67732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Skenira date datoteke i prikazuje linije koje se poklapaju sa šablonom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2348CB-095F-1279-A0FC-0621F6D44A79}"/>
              </a:ext>
            </a:extLst>
          </p:cNvPr>
          <p:cNvSpPr txBox="1"/>
          <p:nvPr/>
        </p:nvSpPr>
        <p:spPr>
          <a:xfrm>
            <a:off x="1307032" y="2951620"/>
            <a:ext cx="9443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Prikazuje sve linije koje sadrže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riječ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error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u *.log datotekama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A54ABF-F7CD-F22B-1451-FB1C6F361ECC}"/>
              </a:ext>
            </a:extLst>
          </p:cNvPr>
          <p:cNvSpPr txBox="1"/>
          <p:nvPr/>
        </p:nvSpPr>
        <p:spPr>
          <a:xfrm>
            <a:off x="1319224" y="3880243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ne pravi razliku između malih i velikih slova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9225C4-7EB9-68E1-7879-A6A8D3683EDC}"/>
              </a:ext>
            </a:extLst>
          </p:cNvPr>
          <p:cNvSpPr txBox="1"/>
          <p:nvPr/>
        </p:nvSpPr>
        <p:spPr>
          <a:xfrm>
            <a:off x="1319223" y="4920690"/>
            <a:ext cx="9136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rekurzivno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pretražuje sve datoteke u trenutnom direktorijumu i njegovim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poddirektorijumima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39CC4F-1550-552D-02B4-FB663BB99151}"/>
              </a:ext>
            </a:extLst>
          </p:cNvPr>
          <p:cNvSpPr txBox="1"/>
          <p:nvPr/>
        </p:nvSpPr>
        <p:spPr>
          <a:xfrm>
            <a:off x="1319224" y="5957984"/>
            <a:ext cx="7376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postavlja negativni filter, prikazuje sve linije sem onih koje sadrže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riječ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info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38618993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75249BE1-920A-C42C-12B4-F4D6FF7A3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A08336-5EBF-9E07-218B-4B8F9EDA1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 err="1">
                <a:solidFill>
                  <a:srgbClr val="44546A"/>
                </a:solidFill>
              </a:rPr>
              <a:t>sort</a:t>
            </a:r>
            <a:r>
              <a:rPr lang="sr-Latn-RS" sz="2800" dirty="0">
                <a:solidFill>
                  <a:srgbClr val="44546A"/>
                </a:solidFill>
              </a:rPr>
              <a:t> komanda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7581C45-198C-9AEB-C90E-A7F48F767283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ECDB5C58-9B6E-2DCF-C6E8-0C35F06D1E05}"/>
              </a:ext>
            </a:extLst>
          </p:cNvPr>
          <p:cNvSpPr/>
          <p:nvPr/>
        </p:nvSpPr>
        <p:spPr>
          <a:xfrm>
            <a:off x="602043" y="2578343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AE792012-F831-C23B-89D1-85DB85406A1B}"/>
              </a:ext>
            </a:extLst>
          </p:cNvPr>
          <p:cNvSpPr/>
          <p:nvPr/>
        </p:nvSpPr>
        <p:spPr>
          <a:xfrm>
            <a:off x="602043" y="351434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0E35F0-BEA5-E04A-5DFD-158EEE2FD7C5}"/>
              </a:ext>
            </a:extLst>
          </p:cNvPr>
          <p:cNvSpPr txBox="1"/>
          <p:nvPr/>
        </p:nvSpPr>
        <p:spPr>
          <a:xfrm>
            <a:off x="892504" y="1528497"/>
            <a:ext cx="542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sort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&lt;datoteka&gt;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ADAAC-F406-6A98-358C-39CB935C1267}"/>
              </a:ext>
            </a:extLst>
          </p:cNvPr>
          <p:cNvSpPr txBox="1"/>
          <p:nvPr/>
        </p:nvSpPr>
        <p:spPr>
          <a:xfrm>
            <a:off x="892505" y="2457120"/>
            <a:ext cx="52034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sort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–r &lt;datoteka&gt;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8C9294-E930-F932-2E5F-8ABEDD4FD776}"/>
              </a:ext>
            </a:extLst>
          </p:cNvPr>
          <p:cNvSpPr txBox="1"/>
          <p:nvPr/>
        </p:nvSpPr>
        <p:spPr>
          <a:xfrm>
            <a:off x="892506" y="3385743"/>
            <a:ext cx="5203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sort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–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ru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&lt;datoteka&gt;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55A75A-4DE4-D21B-0C76-B3F729A92A31}"/>
              </a:ext>
            </a:extLst>
          </p:cNvPr>
          <p:cNvSpPr txBox="1"/>
          <p:nvPr/>
        </p:nvSpPr>
        <p:spPr>
          <a:xfrm>
            <a:off x="1319224" y="2022997"/>
            <a:ext cx="542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Sortira linije u datoj datoteci po prvom karakteru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816FCE-23C2-7DB7-71AD-BB8F39E55EBC}"/>
              </a:ext>
            </a:extLst>
          </p:cNvPr>
          <p:cNvSpPr txBox="1"/>
          <p:nvPr/>
        </p:nvSpPr>
        <p:spPr>
          <a:xfrm>
            <a:off x="1307032" y="2951620"/>
            <a:ext cx="9443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Isto kao prethodno samo u obrnutom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redoslijedu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B2D475-5D10-845C-E194-D5EBA1359337}"/>
              </a:ext>
            </a:extLst>
          </p:cNvPr>
          <p:cNvSpPr txBox="1"/>
          <p:nvPr/>
        </p:nvSpPr>
        <p:spPr>
          <a:xfrm>
            <a:off x="1319224" y="3880243"/>
            <a:ext cx="83459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Isto samo što identične linije prikazuje samo jednom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u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– uklanja duplikate (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unique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)</a:t>
            </a:r>
            <a:endParaRPr lang="en-GB" sz="1400" b="1" dirty="0">
              <a:solidFill>
                <a:srgbClr val="44546A"/>
              </a:solidFill>
              <a:latin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23050239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53A501E6-2412-7469-78C1-80721C8FD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C58594-FED7-8477-1DB9-19F5099C5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>
                <a:solidFill>
                  <a:srgbClr val="44546A"/>
                </a:solidFill>
              </a:rPr>
              <a:t>Sekvencijalne komande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BF273891-A7F2-F4F9-75BA-E4B22620C604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3EB04529-5F5D-F0FA-06E3-15A9C1EFE7DD}"/>
              </a:ext>
            </a:extLst>
          </p:cNvPr>
          <p:cNvSpPr/>
          <p:nvPr/>
        </p:nvSpPr>
        <p:spPr>
          <a:xfrm>
            <a:off x="602043" y="2578343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D6CC5F55-B5D8-7798-DE8F-49A014094EBE}"/>
              </a:ext>
            </a:extLst>
          </p:cNvPr>
          <p:cNvSpPr/>
          <p:nvPr/>
        </p:nvSpPr>
        <p:spPr>
          <a:xfrm>
            <a:off x="602043" y="351434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0C5FEB-197B-E3CA-1C81-046BB3B7674A}"/>
              </a:ext>
            </a:extLst>
          </p:cNvPr>
          <p:cNvSpPr txBox="1"/>
          <p:nvPr/>
        </p:nvSpPr>
        <p:spPr>
          <a:xfrm>
            <a:off x="892504" y="1528497"/>
            <a:ext cx="542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Moguće je razdvajati komande sa ;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E9D3ED-AA99-C5A2-600F-09FFA62B06E0}"/>
              </a:ext>
            </a:extLst>
          </p:cNvPr>
          <p:cNvSpPr txBox="1"/>
          <p:nvPr/>
        </p:nvSpPr>
        <p:spPr>
          <a:xfrm>
            <a:off x="892505" y="2457120"/>
            <a:ext cx="80137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Moguće je 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proslijediti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ispis jedne komande drugoj komandi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8C5153-5316-E7E9-80FB-AB2EC0173CB5}"/>
              </a:ext>
            </a:extLst>
          </p:cNvPr>
          <p:cNvSpPr txBox="1"/>
          <p:nvPr/>
        </p:nvSpPr>
        <p:spPr>
          <a:xfrm>
            <a:off x="892506" y="3385743"/>
            <a:ext cx="5203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Redirekcija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32B6CE-B98F-9CE0-4E1A-D3068F06A6C1}"/>
              </a:ext>
            </a:extLst>
          </p:cNvPr>
          <p:cNvSpPr txBox="1"/>
          <p:nvPr/>
        </p:nvSpPr>
        <p:spPr>
          <a:xfrm>
            <a:off x="1319224" y="2022997"/>
            <a:ext cx="542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echo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 „tekst“; </a:t>
            </a: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sleep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 10; </a:t>
            </a: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echo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 „nastavak teksta“</a:t>
            </a:r>
            <a:endParaRPr lang="en-GB" sz="1400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391140-F52A-A78E-513A-683A87C86714}"/>
              </a:ext>
            </a:extLst>
          </p:cNvPr>
          <p:cNvSpPr txBox="1"/>
          <p:nvPr/>
        </p:nvSpPr>
        <p:spPr>
          <a:xfrm>
            <a:off x="1307032" y="2951620"/>
            <a:ext cx="9443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ls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–la l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grep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srdjan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86E7FE-7891-BD9A-F789-20C2A73EE6BD}"/>
              </a:ext>
            </a:extLst>
          </p:cNvPr>
          <p:cNvSpPr txBox="1"/>
          <p:nvPr/>
        </p:nvSpPr>
        <p:spPr>
          <a:xfrm>
            <a:off x="1319224" y="3880243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ls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 –la &gt; lista_fajlova.txt</a:t>
            </a:r>
            <a:endParaRPr lang="en-GB" sz="1400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5972BC3-6293-FE0E-96A6-3189BD387FE8}"/>
              </a:ext>
            </a:extLst>
          </p:cNvPr>
          <p:cNvSpPr/>
          <p:nvPr/>
        </p:nvSpPr>
        <p:spPr>
          <a:xfrm>
            <a:off x="602043" y="4578952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895808-546E-67D0-290A-A43DE292FCF8}"/>
              </a:ext>
            </a:extLst>
          </p:cNvPr>
          <p:cNvSpPr txBox="1"/>
          <p:nvPr/>
        </p:nvSpPr>
        <p:spPr>
          <a:xfrm>
            <a:off x="892506" y="4450349"/>
            <a:ext cx="5203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Uslovna izvršavanja komandi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D64C2B-5B38-4785-4985-F68C64A644B4}"/>
              </a:ext>
            </a:extLst>
          </p:cNvPr>
          <p:cNvSpPr txBox="1"/>
          <p:nvPr/>
        </p:nvSpPr>
        <p:spPr>
          <a:xfrm>
            <a:off x="1319224" y="4944849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&amp;&amp; 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- pokreće drugu komandu samo ako je prva bila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uspješna</a:t>
            </a:r>
            <a:endParaRPr lang="sr-Latn-RS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6C6A04-DED0-7B18-5B30-E555B44B01E2}"/>
              </a:ext>
            </a:extLst>
          </p:cNvPr>
          <p:cNvSpPr txBox="1"/>
          <p:nvPr/>
        </p:nvSpPr>
        <p:spPr>
          <a:xfrm>
            <a:off x="1319224" y="5377794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|| 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- pokreće drugu komandu samo ako je prva bila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neuspješna</a:t>
            </a:r>
            <a:endParaRPr lang="sr-Latn-RS" sz="1400" dirty="0">
              <a:solidFill>
                <a:srgbClr val="44546A"/>
              </a:solidFill>
              <a:latin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37498641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EB3BA2DC-2592-6171-9F6B-D1ACCDFA3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4D0A2D-6DFE-54E1-BD7B-6D49D49FC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 err="1">
                <a:solidFill>
                  <a:srgbClr val="44546A"/>
                </a:solidFill>
              </a:rPr>
              <a:t>Mjerenje</a:t>
            </a:r>
            <a:r>
              <a:rPr lang="sr-Latn-RS" sz="2800" dirty="0">
                <a:solidFill>
                  <a:srgbClr val="44546A"/>
                </a:solidFill>
              </a:rPr>
              <a:t> proteklog vremena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716CAE2-27AE-C0C2-00F4-D2018EDD47AF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CB5B3385-B5D5-FE22-C87D-F3714B999863}"/>
              </a:ext>
            </a:extLst>
          </p:cNvPr>
          <p:cNvSpPr/>
          <p:nvPr/>
        </p:nvSpPr>
        <p:spPr>
          <a:xfrm>
            <a:off x="602042" y="2330781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9E1F9C-B829-809E-906B-F086B0A0FA90}"/>
              </a:ext>
            </a:extLst>
          </p:cNvPr>
          <p:cNvSpPr txBox="1"/>
          <p:nvPr/>
        </p:nvSpPr>
        <p:spPr>
          <a:xfrm>
            <a:off x="892504" y="1528497"/>
            <a:ext cx="542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time ./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bin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Release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zadaca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5EA636-74C3-8B3D-C678-70E41AD52446}"/>
              </a:ext>
            </a:extLst>
          </p:cNvPr>
          <p:cNvSpPr txBox="1"/>
          <p:nvPr/>
        </p:nvSpPr>
        <p:spPr>
          <a:xfrm>
            <a:off x="892504" y="2209558"/>
            <a:ext cx="80137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Izlaz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F3EFE5-C4AC-C8DE-7241-DB84CEA12391}"/>
              </a:ext>
            </a:extLst>
          </p:cNvPr>
          <p:cNvSpPr txBox="1"/>
          <p:nvPr/>
        </p:nvSpPr>
        <p:spPr>
          <a:xfrm>
            <a:off x="1307031" y="2704058"/>
            <a:ext cx="944326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real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0m2.3404s (stvarno proteklo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vrijeme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)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user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0m0.449s (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vrijeme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izvršavanja koda na CPU)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sys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0m0.106s (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vrijeme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izvršavanja sistemskih poziva na CPU)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r-Latn-RS" sz="1400" dirty="0">
              <a:solidFill>
                <a:srgbClr val="44546A"/>
              </a:solidFill>
              <a:latin typeface="Montserrat Medium"/>
            </a:endParaRP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real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=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user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+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sys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+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waiting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waiting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= I/O čekanja +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vrijeme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mirovanja (izvršavanje drugih zadataka)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20665706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63CF1-0020-FF52-DE57-EC7C7BFE7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30231-3259-2ADE-1D86-84E61B89F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5.</a:t>
            </a:r>
            <a:r>
              <a:rPr lang="en-US" sz="2800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Simbolički i hard linkovi</a:t>
            </a:r>
            <a:endParaRPr lang="en-GB" sz="2800" dirty="0">
              <a:solidFill>
                <a:srgbClr val="44546A"/>
              </a:solidFill>
              <a:latin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222821417"/>
      </p:ext>
    </p:extLst>
  </p:cSld>
  <p:clrMapOvr>
    <a:masterClrMapping/>
  </p:clrMapOvr>
  <p:transition spd="slow" advTm="20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F48220EA-D5B6-C51F-1758-2FE1514AA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A1F199-91FF-F875-313B-1CBAAD46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>
                <a:solidFill>
                  <a:srgbClr val="44546A"/>
                </a:solidFill>
              </a:rPr>
              <a:t>Simbolički linkovi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40666CA3-8AB9-B9B3-B42E-E6D16CCED528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BF01B59-C042-0BB6-6C8E-94F001F742F8}"/>
              </a:ext>
            </a:extLst>
          </p:cNvPr>
          <p:cNvSpPr/>
          <p:nvPr/>
        </p:nvSpPr>
        <p:spPr>
          <a:xfrm>
            <a:off x="602043" y="2578343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7988363A-070E-8F4B-04BB-BC94FFB393F5}"/>
              </a:ext>
            </a:extLst>
          </p:cNvPr>
          <p:cNvSpPr/>
          <p:nvPr/>
        </p:nvSpPr>
        <p:spPr>
          <a:xfrm>
            <a:off x="602043" y="351434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B77949-BCB3-3D12-5EA5-085BD660E121}"/>
              </a:ext>
            </a:extLst>
          </p:cNvPr>
          <p:cNvSpPr txBox="1"/>
          <p:nvPr/>
        </p:nvSpPr>
        <p:spPr>
          <a:xfrm>
            <a:off x="892504" y="1528497"/>
            <a:ext cx="10564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Simbolički link je specijalna datoteka koja predstavlja referencu na ime druge datoteke ili direktorijuma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0E4FA0-0E6A-5AB9-4093-60CA5D486232}"/>
              </a:ext>
            </a:extLst>
          </p:cNvPr>
          <p:cNvSpPr txBox="1"/>
          <p:nvPr/>
        </p:nvSpPr>
        <p:spPr>
          <a:xfrm>
            <a:off x="892505" y="2457120"/>
            <a:ext cx="80137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Korisno da se smanji zauzeće memorije na disku kada dve datoteke imaju isti sadržaj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11AA58-58CD-3C30-A572-C6D6BF330C5F}"/>
              </a:ext>
            </a:extLst>
          </p:cNvPr>
          <p:cNvSpPr txBox="1"/>
          <p:nvPr/>
        </p:nvSpPr>
        <p:spPr>
          <a:xfrm>
            <a:off x="892506" y="3385743"/>
            <a:ext cx="5203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 err="1">
                <a:solidFill>
                  <a:srgbClr val="44546A"/>
                </a:solidFill>
                <a:latin typeface="Montserrat Medium"/>
              </a:rPr>
              <a:t>Primjer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C89D42-FC4A-9FC5-08CA-E3541B2A15A0}"/>
              </a:ext>
            </a:extLst>
          </p:cNvPr>
          <p:cNvSpPr txBox="1"/>
          <p:nvPr/>
        </p:nvSpPr>
        <p:spPr>
          <a:xfrm>
            <a:off x="1319224" y="3880243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dirty="0" err="1">
                <a:solidFill>
                  <a:srgbClr val="44546A"/>
                </a:solidFill>
                <a:latin typeface="Montserrat Medium"/>
              </a:rPr>
              <a:t>anakin_skywalker_biography</a:t>
            </a:r>
            <a:r>
              <a:rPr lang="en-US" sz="1400" b="1" dirty="0">
                <a:solidFill>
                  <a:srgbClr val="44546A"/>
                </a:solidFill>
                <a:latin typeface="Montserrat Medium"/>
              </a:rPr>
              <a:t> -&gt; </a:t>
            </a:r>
            <a:r>
              <a:rPr lang="en-US" sz="1400" b="1" dirty="0" err="1">
                <a:solidFill>
                  <a:srgbClr val="44546A"/>
                </a:solidFill>
                <a:latin typeface="Montserrat Medium"/>
              </a:rPr>
              <a:t>darth_vader_biography</a:t>
            </a:r>
            <a:endParaRPr lang="en-GB" sz="1400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8D9A8A3-E91B-87E6-F5CA-463521F715D1}"/>
              </a:ext>
            </a:extLst>
          </p:cNvPr>
          <p:cNvSpPr/>
          <p:nvPr/>
        </p:nvSpPr>
        <p:spPr>
          <a:xfrm>
            <a:off x="602043" y="4578952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0FE465-A573-A722-5445-5ABFBC0CA412}"/>
              </a:ext>
            </a:extLst>
          </p:cNvPr>
          <p:cNvSpPr txBox="1"/>
          <p:nvPr/>
        </p:nvSpPr>
        <p:spPr>
          <a:xfrm>
            <a:off x="892506" y="4450349"/>
            <a:ext cx="5203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44546A"/>
                </a:solidFill>
                <a:latin typeface="Montserrat Medium"/>
              </a:rPr>
              <a:t>Kako </a:t>
            </a:r>
            <a:r>
              <a:rPr lang="en-US" dirty="0" err="1">
                <a:solidFill>
                  <a:srgbClr val="44546A"/>
                </a:solidFill>
                <a:latin typeface="Montserrat Medium"/>
              </a:rPr>
              <a:t>prepoznati</a:t>
            </a:r>
            <a:r>
              <a:rPr lang="en-US" dirty="0">
                <a:solidFill>
                  <a:srgbClr val="44546A"/>
                </a:solidFill>
                <a:latin typeface="Montserrat Medium"/>
              </a:rPr>
              <a:t> sim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boličke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linkove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72D853-184C-3D6A-770A-FA6E8D5D35A7}"/>
              </a:ext>
            </a:extLst>
          </p:cNvPr>
          <p:cNvSpPr txBox="1"/>
          <p:nvPr/>
        </p:nvSpPr>
        <p:spPr>
          <a:xfrm>
            <a:off x="1319224" y="4944849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ls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 –l 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prikazuje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&lt;</a:t>
            </a: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naziv_linka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&gt; -&gt; &lt;</a:t>
            </a: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naziv_datoteke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&gt;</a:t>
            </a:r>
            <a:endParaRPr lang="sr-Latn-RS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43457C-8B4F-43C1-ECD1-55D72FD7C55E}"/>
              </a:ext>
            </a:extLst>
          </p:cNvPr>
          <p:cNvSpPr txBox="1"/>
          <p:nvPr/>
        </p:nvSpPr>
        <p:spPr>
          <a:xfrm>
            <a:off x="1319224" y="5377794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GNU </a:t>
            </a: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ls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prikazuje linkove u drugačijoj boji</a:t>
            </a:r>
          </a:p>
        </p:txBody>
      </p:sp>
    </p:spTree>
    <p:extLst>
      <p:ext uri="{BB962C8B-B14F-4D97-AF65-F5344CB8AC3E}">
        <p14:creationId xmlns:p14="http://schemas.microsoft.com/office/powerpoint/2010/main" val="10544494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2C1E67CE-D99F-1BA7-63D7-D90A7714C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AC0A0A8-5886-5C3C-761E-D76ACED60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>
                <a:solidFill>
                  <a:srgbClr val="44546A"/>
                </a:solidFill>
              </a:rPr>
              <a:t>Pravljenje simboličkih linkova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C1A3233-11E5-1EFE-9F02-6AB0CFB661A8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DC9FFFD3-2421-2522-D41E-EE118C82D12D}"/>
              </a:ext>
            </a:extLst>
          </p:cNvPr>
          <p:cNvSpPr/>
          <p:nvPr/>
        </p:nvSpPr>
        <p:spPr>
          <a:xfrm>
            <a:off x="602043" y="2578343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A52856F7-6531-B3B1-F10A-D54800109219}"/>
              </a:ext>
            </a:extLst>
          </p:cNvPr>
          <p:cNvSpPr/>
          <p:nvPr/>
        </p:nvSpPr>
        <p:spPr>
          <a:xfrm>
            <a:off x="602043" y="351434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2AA78C-5C82-9516-B6CF-423BEA17B309}"/>
              </a:ext>
            </a:extLst>
          </p:cNvPr>
          <p:cNvSpPr txBox="1"/>
          <p:nvPr/>
        </p:nvSpPr>
        <p:spPr>
          <a:xfrm>
            <a:off x="892504" y="1528497"/>
            <a:ext cx="542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Komanda za pravljenje simboličkih linkova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6F3BC2-C727-BD2C-3E11-54938994FB1B}"/>
              </a:ext>
            </a:extLst>
          </p:cNvPr>
          <p:cNvSpPr txBox="1"/>
          <p:nvPr/>
        </p:nvSpPr>
        <p:spPr>
          <a:xfrm>
            <a:off x="892505" y="2457120"/>
            <a:ext cx="9047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Pravljenje linka na datoteku u drugom direktorijumu, sa istim imenom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96FECC-6E5C-6B5D-1792-EA289DCE4FE9}"/>
              </a:ext>
            </a:extLst>
          </p:cNvPr>
          <p:cNvSpPr txBox="1"/>
          <p:nvPr/>
        </p:nvSpPr>
        <p:spPr>
          <a:xfrm>
            <a:off x="892506" y="3385743"/>
            <a:ext cx="7785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Pravljenje više linkova odjednom u trenutnom direktorijumu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7F12E9-CEF0-3586-DABA-3EF83AD3A359}"/>
              </a:ext>
            </a:extLst>
          </p:cNvPr>
          <p:cNvSpPr txBox="1"/>
          <p:nvPr/>
        </p:nvSpPr>
        <p:spPr>
          <a:xfrm>
            <a:off x="1319224" y="2022997"/>
            <a:ext cx="542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ln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 –s &lt;</a:t>
            </a: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naziv_datoteke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&gt; &lt;</a:t>
            </a: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naziv_linka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&gt;</a:t>
            </a:r>
            <a:endParaRPr lang="en-GB" sz="1400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833535-5CFE-1C04-D5B4-4222C8BBE3AB}"/>
              </a:ext>
            </a:extLst>
          </p:cNvPr>
          <p:cNvSpPr txBox="1"/>
          <p:nvPr/>
        </p:nvSpPr>
        <p:spPr>
          <a:xfrm>
            <a:off x="1307032" y="2951620"/>
            <a:ext cx="9443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ln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 –s ../README.txt</a:t>
            </a:r>
            <a:endParaRPr lang="en-GB" sz="1400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FE6E20-5A2B-0E2E-2520-C2A7AA7B956E}"/>
              </a:ext>
            </a:extLst>
          </p:cNvPr>
          <p:cNvSpPr txBox="1"/>
          <p:nvPr/>
        </p:nvSpPr>
        <p:spPr>
          <a:xfrm>
            <a:off x="1319224" y="3880243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ln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 –s dat1 dat2 dat3 … </a:t>
            </a: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dir</a:t>
            </a:r>
            <a:endParaRPr lang="en-GB" sz="1400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3EE7139-4F98-66B4-B9F0-0B26F3FA2D64}"/>
              </a:ext>
            </a:extLst>
          </p:cNvPr>
          <p:cNvSpPr/>
          <p:nvPr/>
        </p:nvSpPr>
        <p:spPr>
          <a:xfrm>
            <a:off x="602043" y="4578952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9F2579-0AEC-5EDA-72D4-EE78808CEBF0}"/>
              </a:ext>
            </a:extLst>
          </p:cNvPr>
          <p:cNvSpPr txBox="1"/>
          <p:nvPr/>
        </p:nvSpPr>
        <p:spPr>
          <a:xfrm>
            <a:off x="892506" y="4450349"/>
            <a:ext cx="5203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Brisanje linkova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229827-F0CA-DC63-0E48-3DA9D6FEAE4E}"/>
              </a:ext>
            </a:extLst>
          </p:cNvPr>
          <p:cNvSpPr txBox="1"/>
          <p:nvPr/>
        </p:nvSpPr>
        <p:spPr>
          <a:xfrm>
            <a:off x="1319224" y="4944849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rm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 &lt;</a:t>
            </a: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naziv_linka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&gt;</a:t>
            </a:r>
            <a:endParaRPr lang="sr-Latn-RS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7F5D90-1BC1-D622-E517-79CCDA7FD95E}"/>
              </a:ext>
            </a:extLst>
          </p:cNvPr>
          <p:cNvSpPr txBox="1"/>
          <p:nvPr/>
        </p:nvSpPr>
        <p:spPr>
          <a:xfrm>
            <a:off x="1319224" y="5377794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Napomena: ne briše datoteku na koju je link pokazivao</a:t>
            </a:r>
          </a:p>
        </p:txBody>
      </p:sp>
    </p:spTree>
    <p:extLst>
      <p:ext uri="{BB962C8B-B14F-4D97-AF65-F5344CB8AC3E}">
        <p14:creationId xmlns:p14="http://schemas.microsoft.com/office/powerpoint/2010/main" val="641362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3E087CCC-6C5D-69E2-9FC1-AC2348B5C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359C202-A69C-F755-96EE-2C0F78C0E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>
                <a:solidFill>
                  <a:srgbClr val="44546A"/>
                </a:solidFill>
              </a:rPr>
              <a:t>Hard linkovi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8D8B4487-3C54-E99D-4694-6C180210E0C9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86A84D87-DFB7-8B36-970A-E64B7409C06F}"/>
              </a:ext>
            </a:extLst>
          </p:cNvPr>
          <p:cNvSpPr/>
          <p:nvPr/>
        </p:nvSpPr>
        <p:spPr>
          <a:xfrm>
            <a:off x="602043" y="2232024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0A8CF8C1-75F1-53A7-62A1-E27FECE09C33}"/>
              </a:ext>
            </a:extLst>
          </p:cNvPr>
          <p:cNvSpPr/>
          <p:nvPr/>
        </p:nvSpPr>
        <p:spPr>
          <a:xfrm>
            <a:off x="602043" y="2821708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C6A9F3-032C-4FD7-04C9-BC9861C1E31D}"/>
              </a:ext>
            </a:extLst>
          </p:cNvPr>
          <p:cNvSpPr txBox="1"/>
          <p:nvPr/>
        </p:nvSpPr>
        <p:spPr>
          <a:xfrm>
            <a:off x="892503" y="1528497"/>
            <a:ext cx="10697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Podrazumjevano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ponašanje 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ln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komande je da pravi hard linkove (bez –s parametra)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E73D5B-7E8F-9DA2-8187-2773647363CD}"/>
              </a:ext>
            </a:extLst>
          </p:cNvPr>
          <p:cNvSpPr txBox="1"/>
          <p:nvPr/>
        </p:nvSpPr>
        <p:spPr>
          <a:xfrm>
            <a:off x="892505" y="2110801"/>
            <a:ext cx="10162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Hard link koji pokazuje na neku datoteku je regularna datoteka sa istim sadržajem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437739-1715-0230-EADD-3FD20405A551}"/>
              </a:ext>
            </a:extLst>
          </p:cNvPr>
          <p:cNvSpPr txBox="1"/>
          <p:nvPr/>
        </p:nvSpPr>
        <p:spPr>
          <a:xfrm>
            <a:off x="892506" y="2693105"/>
            <a:ext cx="11031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Hard linkovi se ne mogu razlikovati od običnih datoteka, a štede memorijski prostor na disku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9E6D22B-AD2A-83CD-EBFC-B0697A926297}"/>
              </a:ext>
            </a:extLst>
          </p:cNvPr>
          <p:cNvSpPr/>
          <p:nvPr/>
        </p:nvSpPr>
        <p:spPr>
          <a:xfrm>
            <a:off x="602043" y="3411392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0AF5C0-C47E-43B9-E266-4A37BF3DEF28}"/>
              </a:ext>
            </a:extLst>
          </p:cNvPr>
          <p:cNvSpPr txBox="1"/>
          <p:nvPr/>
        </p:nvSpPr>
        <p:spPr>
          <a:xfrm>
            <a:off x="892506" y="3282789"/>
            <a:ext cx="6889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Promjena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sadržaja datoteke se odražava oba fajla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6EB107D-B7F6-2926-5EA0-37D51097B963}"/>
              </a:ext>
            </a:extLst>
          </p:cNvPr>
          <p:cNvSpPr/>
          <p:nvPr/>
        </p:nvSpPr>
        <p:spPr>
          <a:xfrm>
            <a:off x="602043" y="400107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161E01-91F8-3F51-2CF1-894B33616925}"/>
              </a:ext>
            </a:extLst>
          </p:cNvPr>
          <p:cNvSpPr txBox="1"/>
          <p:nvPr/>
        </p:nvSpPr>
        <p:spPr>
          <a:xfrm>
            <a:off x="892506" y="3872473"/>
            <a:ext cx="73005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Brisanje originalne datoteke ne utiče na sadržaj hard linka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5A38E8B-F729-ECC7-AD42-E67D1074BA8A}"/>
              </a:ext>
            </a:extLst>
          </p:cNvPr>
          <p:cNvSpPr/>
          <p:nvPr/>
        </p:nvSpPr>
        <p:spPr>
          <a:xfrm>
            <a:off x="602043" y="4627288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63734D-3B75-B84B-17C4-79478DD755FA}"/>
              </a:ext>
            </a:extLst>
          </p:cNvPr>
          <p:cNvSpPr txBox="1"/>
          <p:nvPr/>
        </p:nvSpPr>
        <p:spPr>
          <a:xfrm>
            <a:off x="892506" y="4498685"/>
            <a:ext cx="92664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Sadržaj je obrisan kada više ne postoje hard linkovi koji pokazuju na njega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6370502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30111A11-807C-D601-40BA-120E27FFB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5C74C1-D572-FC53-F00C-E3662372E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>
                <a:solidFill>
                  <a:srgbClr val="44546A"/>
                </a:solidFill>
              </a:rPr>
              <a:t>Nazivi datoteka i i-</a:t>
            </a:r>
            <a:r>
              <a:rPr lang="sr-Latn-RS" sz="2800" dirty="0" err="1">
                <a:solidFill>
                  <a:srgbClr val="44546A"/>
                </a:solidFill>
              </a:rPr>
              <a:t>nodovi</a:t>
            </a:r>
            <a:endParaRPr lang="en-AU" sz="2800" dirty="0">
              <a:solidFill>
                <a:srgbClr val="44546A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425780-62D7-E23C-D3A3-2636FAC80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533" y="1468841"/>
            <a:ext cx="8543419" cy="4643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7038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35D04-0C03-C91B-87DD-C757F0A49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E9309-C8C8-A92B-F3E2-7C70B267A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6. Prava pristupa datotekama</a:t>
            </a:r>
            <a:endParaRPr lang="en-GB" sz="2800" dirty="0">
              <a:solidFill>
                <a:srgbClr val="44546A"/>
              </a:solidFill>
              <a:latin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1641998559"/>
      </p:ext>
    </p:extLst>
  </p:cSld>
  <p:clrMapOvr>
    <a:masterClrMapping/>
  </p:clrMapOvr>
  <p:transition spd="slow" advTm="20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EC3C2DFD-9477-90E9-F8C2-BC10F0B91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12075E-5994-B8B7-F44C-68BA333D1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>
                <a:solidFill>
                  <a:srgbClr val="44546A"/>
                </a:solidFill>
              </a:rPr>
              <a:t>Prava pristupa datotekama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B8C36E4B-64CA-B579-1ED5-18D59E00AD28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315458BF-5FDA-6263-F40A-5B6293E34834}"/>
              </a:ext>
            </a:extLst>
          </p:cNvPr>
          <p:cNvSpPr/>
          <p:nvPr/>
        </p:nvSpPr>
        <p:spPr>
          <a:xfrm>
            <a:off x="602043" y="225908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D09217-6E98-F7E4-E5E0-72242CE1A36A}"/>
              </a:ext>
            </a:extLst>
          </p:cNvPr>
          <p:cNvSpPr txBox="1"/>
          <p:nvPr/>
        </p:nvSpPr>
        <p:spPr>
          <a:xfrm>
            <a:off x="892504" y="1528497"/>
            <a:ext cx="10564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Prava pristupa se 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provjeravaju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sa 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ls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–l 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komandom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7B326C-82EA-7005-C53A-76DD74CA6ADA}"/>
              </a:ext>
            </a:extLst>
          </p:cNvPr>
          <p:cNvSpPr txBox="1"/>
          <p:nvPr/>
        </p:nvSpPr>
        <p:spPr>
          <a:xfrm>
            <a:off x="892505" y="2137862"/>
            <a:ext cx="80137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3 tipa prava pristupa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22EA76-9700-C64E-E1B4-FF808525A370}"/>
              </a:ext>
            </a:extLst>
          </p:cNvPr>
          <p:cNvSpPr txBox="1"/>
          <p:nvPr/>
        </p:nvSpPr>
        <p:spPr>
          <a:xfrm>
            <a:off x="1063192" y="2593338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pravo čitanja (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r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93850D-BA10-8790-030D-30CFEA607670}"/>
              </a:ext>
            </a:extLst>
          </p:cNvPr>
          <p:cNvSpPr txBox="1"/>
          <p:nvPr/>
        </p:nvSpPr>
        <p:spPr>
          <a:xfrm>
            <a:off x="1063192" y="2987259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pravo pisanja (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w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DA9B62-2CD1-EC9C-A5FD-19599A8F958E}"/>
              </a:ext>
            </a:extLst>
          </p:cNvPr>
          <p:cNvSpPr txBox="1"/>
          <p:nvPr/>
        </p:nvSpPr>
        <p:spPr>
          <a:xfrm>
            <a:off x="1063192" y="3339486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pravo izvršavanja (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e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A5B23EC-6E14-3F26-0664-6CCF57C0F64D}"/>
              </a:ext>
            </a:extLst>
          </p:cNvPr>
          <p:cNvSpPr/>
          <p:nvPr/>
        </p:nvSpPr>
        <p:spPr>
          <a:xfrm>
            <a:off x="533976" y="4044000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D976F4-7A77-4DEF-179F-944FCCB678E8}"/>
              </a:ext>
            </a:extLst>
          </p:cNvPr>
          <p:cNvSpPr txBox="1"/>
          <p:nvPr/>
        </p:nvSpPr>
        <p:spPr>
          <a:xfrm>
            <a:off x="824438" y="3922777"/>
            <a:ext cx="80137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3 nivoa grupa pristupa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3F1DE6-25BC-61FD-E0AB-A1E7454FA497}"/>
              </a:ext>
            </a:extLst>
          </p:cNvPr>
          <p:cNvSpPr txBox="1"/>
          <p:nvPr/>
        </p:nvSpPr>
        <p:spPr>
          <a:xfrm>
            <a:off x="995125" y="4378253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korisnik 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(u - </a:t>
            </a: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user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):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 vlasnik datoteke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0FB67F-F958-4933-4826-D92BEE23B13C}"/>
              </a:ext>
            </a:extLst>
          </p:cNvPr>
          <p:cNvSpPr txBox="1"/>
          <p:nvPr/>
        </p:nvSpPr>
        <p:spPr>
          <a:xfrm>
            <a:off x="995125" y="4772174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grupa 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(g - </a:t>
            </a: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group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):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 pripadnici grupe kojoj pripada i vlasnik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0CEF82-CBDE-1103-9735-2881B14DA588}"/>
              </a:ext>
            </a:extLst>
          </p:cNvPr>
          <p:cNvSpPr txBox="1"/>
          <p:nvPr/>
        </p:nvSpPr>
        <p:spPr>
          <a:xfrm>
            <a:off x="995125" y="5124401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ostali 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(o - </a:t>
            </a: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others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):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 ostali korisnici</a:t>
            </a:r>
          </a:p>
        </p:txBody>
      </p:sp>
    </p:spTree>
    <p:extLst>
      <p:ext uri="{BB962C8B-B14F-4D97-AF65-F5344CB8AC3E}">
        <p14:creationId xmlns:p14="http://schemas.microsoft.com/office/powerpoint/2010/main" val="18812847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E69A14CC-D9DA-2FCC-0B02-9CAAA5DA2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B55367F-20E0-EC71-454E-8A579050A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>
                <a:solidFill>
                  <a:srgbClr val="44546A"/>
                </a:solidFill>
              </a:rPr>
              <a:t>Ograničenja vezana za prava pristupa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669B6A28-98AF-6F9D-D3BF-1706F5DF939F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083C283B-ADC4-C949-D417-F8A8376174D6}"/>
              </a:ext>
            </a:extLst>
          </p:cNvPr>
          <p:cNvSpPr/>
          <p:nvPr/>
        </p:nvSpPr>
        <p:spPr>
          <a:xfrm>
            <a:off x="602043" y="225908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FF77C3-AF0D-6A54-B9CB-E1433748B857}"/>
              </a:ext>
            </a:extLst>
          </p:cNvPr>
          <p:cNvSpPr txBox="1"/>
          <p:nvPr/>
        </p:nvSpPr>
        <p:spPr>
          <a:xfrm>
            <a:off x="892504" y="1528497"/>
            <a:ext cx="10564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x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i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r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je legitimno ali beskorisno, datoteka se mora pročitati da bi se 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izvrišila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24109F-45C8-A5A1-8328-826BE1965612}"/>
              </a:ext>
            </a:extLst>
          </p:cNvPr>
          <p:cNvSpPr txBox="1"/>
          <p:nvPr/>
        </p:nvSpPr>
        <p:spPr>
          <a:xfrm>
            <a:off x="892505" y="2137862"/>
            <a:ext cx="80137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Direktorijumi moraju da imaju 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x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i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r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prava pristupa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418F055-5775-3A96-CBB5-BB3734C30FB2}"/>
              </a:ext>
            </a:extLst>
          </p:cNvPr>
          <p:cNvSpPr/>
          <p:nvPr/>
        </p:nvSpPr>
        <p:spPr>
          <a:xfrm>
            <a:off x="602043" y="30023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6D3F38-FF0E-1AE1-ABB1-1AFCADAF57DE}"/>
              </a:ext>
            </a:extLst>
          </p:cNvPr>
          <p:cNvSpPr txBox="1"/>
          <p:nvPr/>
        </p:nvSpPr>
        <p:spPr>
          <a:xfrm>
            <a:off x="867560" y="2747227"/>
            <a:ext cx="96413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Nemoguće je preimenovati, obrisati ili kopirati datoteke u direktorijumu ako se postoje 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w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prava na direktorijumu 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FD9359C-B6C0-C460-0CD4-20DA677DF88A}"/>
              </a:ext>
            </a:extLst>
          </p:cNvPr>
          <p:cNvSpPr/>
          <p:nvPr/>
        </p:nvSpPr>
        <p:spPr>
          <a:xfrm>
            <a:off x="602043" y="3867099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D9F5E8-BF6B-9133-5094-E7EDBC83528B}"/>
              </a:ext>
            </a:extLst>
          </p:cNvPr>
          <p:cNvSpPr txBox="1"/>
          <p:nvPr/>
        </p:nvSpPr>
        <p:spPr>
          <a:xfrm>
            <a:off x="867560" y="3612001"/>
            <a:ext cx="96413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Ukoliko postoje 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w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prava na direktorijumu, moguće je obrisati datoteku i ako ne postoje 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w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prava na datoteci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38667900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553BDA07-730C-6816-0403-B335B6B28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5C16B-CCD9-8A5D-C579-EAE9C34B3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 err="1">
                <a:solidFill>
                  <a:srgbClr val="44546A"/>
                </a:solidFill>
              </a:rPr>
              <a:t>Primjeri</a:t>
            </a:r>
            <a:r>
              <a:rPr lang="sr-Latn-RS" sz="2800" dirty="0">
                <a:solidFill>
                  <a:srgbClr val="44546A"/>
                </a:solidFill>
              </a:rPr>
              <a:t> prava pristupa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161F953D-8468-5C6A-0C48-64D4BA9F2202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CB4B422D-142E-4F41-9D43-BAAED7298CD4}"/>
              </a:ext>
            </a:extLst>
          </p:cNvPr>
          <p:cNvSpPr/>
          <p:nvPr/>
        </p:nvSpPr>
        <p:spPr>
          <a:xfrm>
            <a:off x="602043" y="2578343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C4AA4932-0AE7-31E6-C17F-5097FE687638}"/>
              </a:ext>
            </a:extLst>
          </p:cNvPr>
          <p:cNvSpPr/>
          <p:nvPr/>
        </p:nvSpPr>
        <p:spPr>
          <a:xfrm>
            <a:off x="602043" y="351434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D79D40-2163-B1A1-DA09-FD2A52E87808}"/>
              </a:ext>
            </a:extLst>
          </p:cNvPr>
          <p:cNvSpPr txBox="1"/>
          <p:nvPr/>
        </p:nvSpPr>
        <p:spPr>
          <a:xfrm>
            <a:off x="892504" y="1528497"/>
            <a:ext cx="542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-      - - -     - - -       - - -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6583EF-C3AF-5C05-F6DE-D5031733FD7C}"/>
              </a:ext>
            </a:extLst>
          </p:cNvPr>
          <p:cNvSpPr txBox="1"/>
          <p:nvPr/>
        </p:nvSpPr>
        <p:spPr>
          <a:xfrm>
            <a:off x="892505" y="2457120"/>
            <a:ext cx="9047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-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rw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-r—r--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57FD4-7D3F-045F-A943-6149CA246A5F}"/>
              </a:ext>
            </a:extLst>
          </p:cNvPr>
          <p:cNvSpPr txBox="1"/>
          <p:nvPr/>
        </p:nvSpPr>
        <p:spPr>
          <a:xfrm>
            <a:off x="892506" y="3385743"/>
            <a:ext cx="7785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-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rw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-r-----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BA69AE-BB6A-5F25-2AB3-B16E1CB71F51}"/>
              </a:ext>
            </a:extLst>
          </p:cNvPr>
          <p:cNvSpPr txBox="1"/>
          <p:nvPr/>
        </p:nvSpPr>
        <p:spPr>
          <a:xfrm>
            <a:off x="781253" y="1937688"/>
            <a:ext cx="542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200" b="1" dirty="0">
                <a:solidFill>
                  <a:srgbClr val="44546A"/>
                </a:solidFill>
                <a:latin typeface="Montserrat Medium"/>
              </a:rPr>
              <a:t>tip    </a:t>
            </a:r>
            <a:r>
              <a:rPr lang="sr-Latn-RS" sz="1200" b="1" dirty="0" err="1">
                <a:solidFill>
                  <a:srgbClr val="44546A"/>
                </a:solidFill>
                <a:latin typeface="Montserrat Medium"/>
              </a:rPr>
              <a:t>ru</a:t>
            </a:r>
            <a:r>
              <a:rPr lang="sr-Latn-RS" sz="1200" b="1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sz="1200" b="1" dirty="0" err="1">
                <a:solidFill>
                  <a:srgbClr val="44546A"/>
                </a:solidFill>
                <a:latin typeface="Montserrat Medium"/>
              </a:rPr>
              <a:t>wu</a:t>
            </a:r>
            <a:r>
              <a:rPr lang="sr-Latn-RS" sz="1200" b="1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sz="1200" b="1" dirty="0" err="1">
                <a:solidFill>
                  <a:srgbClr val="44546A"/>
                </a:solidFill>
                <a:latin typeface="Montserrat Medium"/>
              </a:rPr>
              <a:t>xu</a:t>
            </a:r>
            <a:r>
              <a:rPr lang="sr-Latn-RS" sz="1200" b="1" dirty="0">
                <a:solidFill>
                  <a:srgbClr val="44546A"/>
                </a:solidFill>
                <a:latin typeface="Montserrat Medium"/>
              </a:rPr>
              <a:t>   </a:t>
            </a:r>
            <a:r>
              <a:rPr lang="sr-Latn-RS" sz="1200" b="1" dirty="0" err="1">
                <a:solidFill>
                  <a:srgbClr val="44546A"/>
                </a:solidFill>
                <a:latin typeface="Montserrat Medium"/>
              </a:rPr>
              <a:t>rg</a:t>
            </a:r>
            <a:r>
              <a:rPr lang="sr-Latn-RS" sz="1200" b="1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sz="1200" b="1" dirty="0" err="1">
                <a:solidFill>
                  <a:srgbClr val="44546A"/>
                </a:solidFill>
                <a:latin typeface="Montserrat Medium"/>
              </a:rPr>
              <a:t>wg</a:t>
            </a:r>
            <a:r>
              <a:rPr lang="sr-Latn-RS" sz="1200" b="1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sz="1200" b="1" dirty="0" err="1">
                <a:solidFill>
                  <a:srgbClr val="44546A"/>
                </a:solidFill>
                <a:latin typeface="Montserrat Medium"/>
              </a:rPr>
              <a:t>xg</a:t>
            </a:r>
            <a:r>
              <a:rPr lang="sr-Latn-RS" sz="1200" b="1" dirty="0">
                <a:solidFill>
                  <a:srgbClr val="44546A"/>
                </a:solidFill>
                <a:latin typeface="Montserrat Medium"/>
              </a:rPr>
              <a:t>     ro </a:t>
            </a:r>
            <a:r>
              <a:rPr lang="sr-Latn-RS" sz="1200" b="1" dirty="0" err="1">
                <a:solidFill>
                  <a:srgbClr val="44546A"/>
                </a:solidFill>
                <a:latin typeface="Montserrat Medium"/>
              </a:rPr>
              <a:t>wo</a:t>
            </a:r>
            <a:r>
              <a:rPr lang="sr-Latn-RS" sz="1200" b="1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sz="1200" b="1" dirty="0" err="1">
                <a:solidFill>
                  <a:srgbClr val="44546A"/>
                </a:solidFill>
                <a:latin typeface="Montserrat Medium"/>
              </a:rPr>
              <a:t>xo</a:t>
            </a:r>
            <a:endParaRPr lang="en-GB" sz="1200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AFD9E7-B242-2A4A-5F11-54CFA3ED0ED4}"/>
              </a:ext>
            </a:extLst>
          </p:cNvPr>
          <p:cNvSpPr txBox="1"/>
          <p:nvPr/>
        </p:nvSpPr>
        <p:spPr>
          <a:xfrm>
            <a:off x="1307032" y="2951620"/>
            <a:ext cx="9443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Vlasnik može da čita i piše, ostali da čitaju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A7F831-CFC4-5492-B37C-FBF9DE2EF5A1}"/>
              </a:ext>
            </a:extLst>
          </p:cNvPr>
          <p:cNvSpPr txBox="1"/>
          <p:nvPr/>
        </p:nvSpPr>
        <p:spPr>
          <a:xfrm>
            <a:off x="1319224" y="3880243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Vlasnik može da čita i piše, a korisnici iz grupe kojoj datoteka pripada da čitaju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E1F3B0B-5D33-988C-DE03-018F8625D9D5}"/>
              </a:ext>
            </a:extLst>
          </p:cNvPr>
          <p:cNvSpPr/>
          <p:nvPr/>
        </p:nvSpPr>
        <p:spPr>
          <a:xfrm>
            <a:off x="602043" y="4578952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E9497E-BCBF-A324-A804-59D5FF4DA345}"/>
              </a:ext>
            </a:extLst>
          </p:cNvPr>
          <p:cNvSpPr txBox="1"/>
          <p:nvPr/>
        </p:nvSpPr>
        <p:spPr>
          <a:xfrm>
            <a:off x="892506" y="4450349"/>
            <a:ext cx="5203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drwx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------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E32AA6-E446-6DD6-6EC5-2628E0A85C73}"/>
              </a:ext>
            </a:extLst>
          </p:cNvPr>
          <p:cNvSpPr txBox="1"/>
          <p:nvPr/>
        </p:nvSpPr>
        <p:spPr>
          <a:xfrm>
            <a:off x="1319224" y="4944849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Direktorijum kojem može da pristupi samo vlasnik</a:t>
            </a:r>
          </a:p>
        </p:txBody>
      </p:sp>
    </p:spTree>
    <p:extLst>
      <p:ext uri="{BB962C8B-B14F-4D97-AF65-F5344CB8AC3E}">
        <p14:creationId xmlns:p14="http://schemas.microsoft.com/office/powerpoint/2010/main" val="36478696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BF7F5909-A625-FC6C-B647-409B285C7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0B7CE5-C0E0-99EF-2931-FAD13646D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 err="1">
                <a:solidFill>
                  <a:srgbClr val="44546A"/>
                </a:solidFill>
              </a:rPr>
              <a:t>chmod</a:t>
            </a:r>
            <a:r>
              <a:rPr lang="sr-Latn-RS" sz="2800" dirty="0">
                <a:solidFill>
                  <a:srgbClr val="44546A"/>
                </a:solidFill>
              </a:rPr>
              <a:t> komanda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708D141-4842-2400-6F88-3ECC40ECC864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9657B6AA-02D6-5008-1ECF-C197001181C8}"/>
              </a:ext>
            </a:extLst>
          </p:cNvPr>
          <p:cNvSpPr/>
          <p:nvPr/>
        </p:nvSpPr>
        <p:spPr>
          <a:xfrm>
            <a:off x="602043" y="2330781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34E3E0F9-3D76-1CCD-2A31-38F92A4CA709}"/>
              </a:ext>
            </a:extLst>
          </p:cNvPr>
          <p:cNvSpPr/>
          <p:nvPr/>
        </p:nvSpPr>
        <p:spPr>
          <a:xfrm>
            <a:off x="602043" y="3266784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6CD159-FBFC-2ABE-D542-73881EAB8807}"/>
              </a:ext>
            </a:extLst>
          </p:cNvPr>
          <p:cNvSpPr txBox="1"/>
          <p:nvPr/>
        </p:nvSpPr>
        <p:spPr>
          <a:xfrm>
            <a:off x="892504" y="1528497"/>
            <a:ext cx="542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mijenja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prava pristupa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FA257D-8C78-886D-FEF5-006807358B63}"/>
              </a:ext>
            </a:extLst>
          </p:cNvPr>
          <p:cNvSpPr txBox="1"/>
          <p:nvPr/>
        </p:nvSpPr>
        <p:spPr>
          <a:xfrm>
            <a:off x="892505" y="2209558"/>
            <a:ext cx="9047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chmod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&lt;prava&gt; &lt;datoteka&gt;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CD8FDE-DE85-F1E7-5F79-8E65560EC109}"/>
              </a:ext>
            </a:extLst>
          </p:cNvPr>
          <p:cNvSpPr txBox="1"/>
          <p:nvPr/>
        </p:nvSpPr>
        <p:spPr>
          <a:xfrm>
            <a:off x="892506" y="3138181"/>
            <a:ext cx="7785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Oktalni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format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CF58D9-280C-E38F-8043-3D7767144BD2}"/>
              </a:ext>
            </a:extLst>
          </p:cNvPr>
          <p:cNvSpPr txBox="1"/>
          <p:nvPr/>
        </p:nvSpPr>
        <p:spPr>
          <a:xfrm>
            <a:off x="1307032" y="2704058"/>
            <a:ext cx="9443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2 formata za prava pristupa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C1FB7B-B1A5-FF7B-8973-79650E88207D}"/>
              </a:ext>
            </a:extLst>
          </p:cNvPr>
          <p:cNvSpPr txBox="1"/>
          <p:nvPr/>
        </p:nvSpPr>
        <p:spPr>
          <a:xfrm>
            <a:off x="1319224" y="3632681"/>
            <a:ext cx="83459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a,b,c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= r*4 + w*2 + x 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Primjer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: </a:t>
            </a: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chmod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 644 &lt;datoteka&gt; 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(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rw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za u, r za g i o)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7DD522D-F495-6A0B-A1D6-003D8A636230}"/>
              </a:ext>
            </a:extLst>
          </p:cNvPr>
          <p:cNvSpPr/>
          <p:nvPr/>
        </p:nvSpPr>
        <p:spPr>
          <a:xfrm>
            <a:off x="602043" y="4331390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939E8-FF1A-4B3F-5A64-8C186B69586A}"/>
              </a:ext>
            </a:extLst>
          </p:cNvPr>
          <p:cNvSpPr txBox="1"/>
          <p:nvPr/>
        </p:nvSpPr>
        <p:spPr>
          <a:xfrm>
            <a:off x="892506" y="4202787"/>
            <a:ext cx="5203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Simbolički format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7CCA62-F212-18A9-DCD6-FA0EE6A12336}"/>
              </a:ext>
            </a:extLst>
          </p:cNvPr>
          <p:cNvSpPr txBox="1"/>
          <p:nvPr/>
        </p:nvSpPr>
        <p:spPr>
          <a:xfrm>
            <a:off x="1319224" y="4697287"/>
            <a:ext cx="834598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chmod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go+r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– dodaj prava čitanja grupi i ostalim</a:t>
            </a:r>
            <a:endParaRPr lang="sr-Latn-RS" sz="1400" b="1" dirty="0">
              <a:solidFill>
                <a:srgbClr val="44546A"/>
              </a:solidFill>
              <a:latin typeface="Montserrat Medium"/>
            </a:endParaRP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chmod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 u-w – 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oduzmi pravo pisanja vlasniku</a:t>
            </a:r>
            <a:endParaRPr lang="sr-Latn-RS" sz="1400" b="1" dirty="0">
              <a:solidFill>
                <a:srgbClr val="44546A"/>
              </a:solidFill>
              <a:latin typeface="Montserrat Medium"/>
            </a:endParaRP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chmod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 a-x 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- (a: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all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) oduzmi pravo izvršavanja svima</a:t>
            </a:r>
            <a:endParaRPr lang="sr-Latn-RS" sz="1400" b="1" dirty="0">
              <a:solidFill>
                <a:srgbClr val="44546A"/>
              </a:solidFill>
              <a:latin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743594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F477B9A9-8687-A486-9232-11543E282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EAD77F-FB48-2F9E-71B3-92EA848FB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 err="1">
                <a:solidFill>
                  <a:srgbClr val="44546A"/>
                </a:solidFill>
              </a:rPr>
              <a:t>chmod</a:t>
            </a:r>
            <a:r>
              <a:rPr lang="sr-Latn-RS" sz="2800" dirty="0">
                <a:solidFill>
                  <a:srgbClr val="44546A"/>
                </a:solidFill>
              </a:rPr>
              <a:t> komanda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6CBC290-4E2C-0C61-16AE-B9360766ED8C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8592CD8D-399E-E7B5-6332-2B74F13B484A}"/>
              </a:ext>
            </a:extLst>
          </p:cNvPr>
          <p:cNvSpPr/>
          <p:nvPr/>
        </p:nvSpPr>
        <p:spPr>
          <a:xfrm>
            <a:off x="602041" y="273157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1BAC9F-9C72-CDDA-4097-7C71650491D7}"/>
              </a:ext>
            </a:extLst>
          </p:cNvPr>
          <p:cNvSpPr txBox="1"/>
          <p:nvPr/>
        </p:nvSpPr>
        <p:spPr>
          <a:xfrm>
            <a:off x="892504" y="1528497"/>
            <a:ext cx="542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chmod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–R 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a+rX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linux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/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C57137-9358-E819-1326-FC5188C5BAEE}"/>
              </a:ext>
            </a:extLst>
          </p:cNvPr>
          <p:cNvSpPr txBox="1"/>
          <p:nvPr/>
        </p:nvSpPr>
        <p:spPr>
          <a:xfrm>
            <a:off x="892504" y="2602973"/>
            <a:ext cx="7785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R: 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rekurzivno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primjeni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imjene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8C24F4-AADB-07A9-C38C-0DAB2CC69B84}"/>
              </a:ext>
            </a:extLst>
          </p:cNvPr>
          <p:cNvSpPr txBox="1"/>
          <p:nvPr/>
        </p:nvSpPr>
        <p:spPr>
          <a:xfrm>
            <a:off x="1243024" y="1944277"/>
            <a:ext cx="9443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Direktorijum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linux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i sve u njemu postaje dostupno svima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8DF16E2-936A-A692-0E1B-F127675510A5}"/>
              </a:ext>
            </a:extLst>
          </p:cNvPr>
          <p:cNvSpPr/>
          <p:nvPr/>
        </p:nvSpPr>
        <p:spPr>
          <a:xfrm>
            <a:off x="602041" y="3796182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BA1271-52B7-899C-18CC-FC98AD551646}"/>
              </a:ext>
            </a:extLst>
          </p:cNvPr>
          <p:cNvSpPr txBox="1"/>
          <p:nvPr/>
        </p:nvSpPr>
        <p:spPr>
          <a:xfrm>
            <a:off x="892504" y="3667579"/>
            <a:ext cx="9793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X: 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isto što i 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x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, ali se odnosi samo na direktorijume i datoteke koje su već izvršive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01BC50-033D-FAE3-4B9E-414A4BE6B231}"/>
              </a:ext>
            </a:extLst>
          </p:cNvPr>
          <p:cNvSpPr txBox="1"/>
          <p:nvPr/>
        </p:nvSpPr>
        <p:spPr>
          <a:xfrm>
            <a:off x="1243024" y="4233941"/>
            <a:ext cx="94432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Korisno za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rekurzivno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dodavanje pristupa direktorijumima bez dodavanja prava izvršavanja svim datotekama u direktorijumima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314633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7A82B57B-D7A9-D85C-6DDF-122005EEF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354BBD-49ED-7B72-DD0A-8960E3BBB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>
                <a:solidFill>
                  <a:srgbClr val="44546A"/>
                </a:solidFill>
              </a:rPr>
              <a:t>Vlasnik datoteka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1CB42CF-FB3A-34BB-AB3D-CD9888515ACC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3FA4161D-BA81-EA47-943B-7407308A97BE}"/>
              </a:ext>
            </a:extLst>
          </p:cNvPr>
          <p:cNvSpPr/>
          <p:nvPr/>
        </p:nvSpPr>
        <p:spPr>
          <a:xfrm>
            <a:off x="602043" y="2330781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F17B568D-8CC4-BF6C-ACFF-E84058765AA5}"/>
              </a:ext>
            </a:extLst>
          </p:cNvPr>
          <p:cNvSpPr/>
          <p:nvPr/>
        </p:nvSpPr>
        <p:spPr>
          <a:xfrm>
            <a:off x="602041" y="3481049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7A1272-02D1-E4CA-0315-6CE5D93E31C3}"/>
              </a:ext>
            </a:extLst>
          </p:cNvPr>
          <p:cNvSpPr txBox="1"/>
          <p:nvPr/>
        </p:nvSpPr>
        <p:spPr>
          <a:xfrm>
            <a:off x="892504" y="1528497"/>
            <a:ext cx="10528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Posebno korisno u 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namjenskim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sistemima kada se kreiraju datoteke za drugi sistem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7B65A7-A5BD-C39D-4AC9-0D7B8293473B}"/>
              </a:ext>
            </a:extLst>
          </p:cNvPr>
          <p:cNvSpPr txBox="1"/>
          <p:nvPr/>
        </p:nvSpPr>
        <p:spPr>
          <a:xfrm>
            <a:off x="892505" y="2209558"/>
            <a:ext cx="9047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chown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–R 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srdjan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/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home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linuks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src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B41476-6F64-81FA-C50D-F29EC539FC1A}"/>
              </a:ext>
            </a:extLst>
          </p:cNvPr>
          <p:cNvSpPr txBox="1"/>
          <p:nvPr/>
        </p:nvSpPr>
        <p:spPr>
          <a:xfrm>
            <a:off x="892504" y="3352446"/>
            <a:ext cx="7785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chgrp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–R 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srdjan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/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home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linuks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src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B49E4B-4A77-E84B-0168-3BB0933D1B48}"/>
              </a:ext>
            </a:extLst>
          </p:cNvPr>
          <p:cNvSpPr txBox="1"/>
          <p:nvPr/>
        </p:nvSpPr>
        <p:spPr>
          <a:xfrm>
            <a:off x="1307032" y="2704058"/>
            <a:ext cx="94432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Postavlja korisnika </a:t>
            </a: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srdjan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za vlasnika svih datoteka na putanji 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home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linuks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src</a:t>
            </a:r>
            <a:endParaRPr lang="sr-Latn-RS" sz="1400" b="1" dirty="0">
              <a:solidFill>
                <a:srgbClr val="44546A"/>
              </a:solidFill>
              <a:latin typeface="Montserrat Medium"/>
            </a:endParaRP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-R: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rekurzivno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CED208-CFD9-AACA-F81B-5F5212A3E28F}"/>
              </a:ext>
            </a:extLst>
          </p:cNvPr>
          <p:cNvSpPr txBox="1"/>
          <p:nvPr/>
        </p:nvSpPr>
        <p:spPr>
          <a:xfrm>
            <a:off x="1319222" y="3846946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postavlja sve na putanji /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home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linuks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src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u grupu </a:t>
            </a: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srdjan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D27EEAA-7C33-4022-E5B1-881A9B6FF45B}"/>
              </a:ext>
            </a:extLst>
          </p:cNvPr>
          <p:cNvSpPr/>
          <p:nvPr/>
        </p:nvSpPr>
        <p:spPr>
          <a:xfrm>
            <a:off x="602041" y="454565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CA8DFF-A374-9D78-0E75-4DA1FB6C381B}"/>
              </a:ext>
            </a:extLst>
          </p:cNvPr>
          <p:cNvSpPr txBox="1"/>
          <p:nvPr/>
        </p:nvSpPr>
        <p:spPr>
          <a:xfrm>
            <a:off x="892504" y="4417052"/>
            <a:ext cx="5203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chown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–R 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srdjan:srdjan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/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home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linuks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src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F33B17-12D8-BC07-3F6E-DB63BEDA117F}"/>
              </a:ext>
            </a:extLst>
          </p:cNvPr>
          <p:cNvSpPr txBox="1"/>
          <p:nvPr/>
        </p:nvSpPr>
        <p:spPr>
          <a:xfrm>
            <a:off x="1319222" y="4911552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obje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promjene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mogu da se izvrše istovremeno u okviru jedne komande</a:t>
            </a:r>
          </a:p>
        </p:txBody>
      </p:sp>
    </p:spTree>
    <p:extLst>
      <p:ext uri="{BB962C8B-B14F-4D97-AF65-F5344CB8AC3E}">
        <p14:creationId xmlns:p14="http://schemas.microsoft.com/office/powerpoint/2010/main" val="727477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DA773079-B278-B84A-00CC-44EA3DF4A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AB48DE-9426-3389-798E-E6D5829CB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 err="1">
                <a:solidFill>
                  <a:srgbClr val="44546A"/>
                </a:solidFill>
              </a:rPr>
              <a:t>Korištenje</a:t>
            </a:r>
            <a:r>
              <a:rPr lang="sr-Latn-RS" sz="2800" dirty="0">
                <a:solidFill>
                  <a:srgbClr val="44546A"/>
                </a:solidFill>
              </a:rPr>
              <a:t> korjenskih prava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B4178157-262F-260A-CA1C-6C4B1822D24C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E9050562-FE17-A6C9-70F1-C53068BC7B82}"/>
              </a:ext>
            </a:extLst>
          </p:cNvPr>
          <p:cNvSpPr/>
          <p:nvPr/>
        </p:nvSpPr>
        <p:spPr>
          <a:xfrm>
            <a:off x="602040" y="3242753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DA7A76-221A-020F-5EDF-6B6E2A87BAE0}"/>
              </a:ext>
            </a:extLst>
          </p:cNvPr>
          <p:cNvSpPr txBox="1"/>
          <p:nvPr/>
        </p:nvSpPr>
        <p:spPr>
          <a:xfrm>
            <a:off x="892504" y="1528497"/>
            <a:ext cx="105283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Za 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odredjene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komande potrebna su korjenska (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root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) prava. Nije potrebno odjavljivati se i ponovo se prijaviti kao drugi korisnik. Ukoliko korisnik 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posjeduje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prava logovanja na korjenskog korisnika (to se može potvrditi ako pripada grupi 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sudo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)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C3B627-1BE7-D138-C6D8-57723B35C3CF}"/>
              </a:ext>
            </a:extLst>
          </p:cNvPr>
          <p:cNvSpPr txBox="1"/>
          <p:nvPr/>
        </p:nvSpPr>
        <p:spPr>
          <a:xfrm>
            <a:off x="1365841" y="2486719"/>
            <a:ext cx="9047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su – (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switch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user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)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F77473-D576-53D4-D109-1CCE9146FE90}"/>
              </a:ext>
            </a:extLst>
          </p:cNvPr>
          <p:cNvSpPr txBox="1"/>
          <p:nvPr/>
        </p:nvSpPr>
        <p:spPr>
          <a:xfrm>
            <a:off x="892503" y="3125630"/>
            <a:ext cx="10286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Promjena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na nekog drugog korisnika (okruženje ostaje od originalnog korisnika)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C9DE4A-7683-64C0-B680-11E6E433689D}"/>
              </a:ext>
            </a:extLst>
          </p:cNvPr>
          <p:cNvSpPr txBox="1"/>
          <p:nvPr/>
        </p:nvSpPr>
        <p:spPr>
          <a:xfrm>
            <a:off x="1365841" y="3579875"/>
            <a:ext cx="9047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su korisnik1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5393DAD-934F-C142-66A9-C7DBB207BB88}"/>
              </a:ext>
            </a:extLst>
          </p:cNvPr>
          <p:cNvSpPr/>
          <p:nvPr/>
        </p:nvSpPr>
        <p:spPr>
          <a:xfrm>
            <a:off x="602040" y="4246402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ADF2B2-7664-F78A-5F66-EE065172239D}"/>
              </a:ext>
            </a:extLst>
          </p:cNvPr>
          <p:cNvSpPr txBox="1"/>
          <p:nvPr/>
        </p:nvSpPr>
        <p:spPr>
          <a:xfrm>
            <a:off x="892503" y="4129279"/>
            <a:ext cx="10286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Promjena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na drugog korisnika sa njegovim podešavanjima okruženja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B91A22-FECC-31C2-0DBB-3EB41910BF5A}"/>
              </a:ext>
            </a:extLst>
          </p:cNvPr>
          <p:cNvSpPr txBox="1"/>
          <p:nvPr/>
        </p:nvSpPr>
        <p:spPr>
          <a:xfrm>
            <a:off x="1365841" y="4583524"/>
            <a:ext cx="9047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su – korisnik2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37940F2-F6BB-5F1D-175F-100C7304FD03}"/>
              </a:ext>
            </a:extLst>
          </p:cNvPr>
          <p:cNvSpPr/>
          <p:nvPr/>
        </p:nvSpPr>
        <p:spPr>
          <a:xfrm>
            <a:off x="602040" y="5193369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E17001-33B1-1DC3-C797-C1F59DBFC91D}"/>
              </a:ext>
            </a:extLst>
          </p:cNvPr>
          <p:cNvSpPr txBox="1"/>
          <p:nvPr/>
        </p:nvSpPr>
        <p:spPr>
          <a:xfrm>
            <a:off x="892503" y="5076246"/>
            <a:ext cx="102866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Moguće je koristiti 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root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prava i sa svojim nalogom kucanjem komande 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sudo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prije komande koja se izvršava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60575A-CE2B-0FAE-5F57-5D6F2B419D15}"/>
              </a:ext>
            </a:extLst>
          </p:cNvPr>
          <p:cNvSpPr txBox="1"/>
          <p:nvPr/>
        </p:nvSpPr>
        <p:spPr>
          <a:xfrm>
            <a:off x="1365841" y="5743442"/>
            <a:ext cx="9047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sudo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mount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/dev/sdb1 /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mnt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/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usb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570793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59BDD-49F5-615D-B9F7-AC82C5154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4BFF3-4501-B29E-C27F-4F02AB99C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7. Varijable okruženja, </a:t>
            </a:r>
            <a:r>
              <a:rPr lang="sr-Latn-RS" sz="2800" dirty="0" err="1">
                <a:solidFill>
                  <a:srgbClr val="44546A"/>
                </a:solidFill>
                <a:latin typeface="Montserrat Medium"/>
              </a:rPr>
              <a:t>šel</a:t>
            </a:r>
            <a:r>
              <a:rPr lang="sr-Latn-RS" sz="2800" dirty="0">
                <a:solidFill>
                  <a:srgbClr val="44546A"/>
                </a:solidFill>
                <a:latin typeface="Montserrat Medium"/>
              </a:rPr>
              <a:t> alijansi i procesi</a:t>
            </a:r>
            <a:endParaRPr lang="en-GB" sz="2800" dirty="0">
              <a:solidFill>
                <a:srgbClr val="44546A"/>
              </a:solidFill>
              <a:latin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82613929"/>
      </p:ext>
    </p:extLst>
  </p:cSld>
  <p:clrMapOvr>
    <a:masterClrMapping/>
  </p:clrMapOvr>
  <p:transition spd="slow" advTm="20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98BA08C8-0573-6975-BAAC-832F0C692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1FD68A-A45D-A76A-0200-90DD54CC4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>
                <a:solidFill>
                  <a:srgbClr val="44546A"/>
                </a:solidFill>
              </a:rPr>
              <a:t>Varijable okruženja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398FCC2-8571-2177-F936-B22E366D1755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0EAFCA6-F379-9918-99A2-D377005B2C01}"/>
              </a:ext>
            </a:extLst>
          </p:cNvPr>
          <p:cNvSpPr/>
          <p:nvPr/>
        </p:nvSpPr>
        <p:spPr>
          <a:xfrm>
            <a:off x="602043" y="2939387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4252D3-8ECB-1F87-64E9-83B47D3DD3CE}"/>
              </a:ext>
            </a:extLst>
          </p:cNvPr>
          <p:cNvSpPr txBox="1"/>
          <p:nvPr/>
        </p:nvSpPr>
        <p:spPr>
          <a:xfrm>
            <a:off x="892504" y="1528497"/>
            <a:ext cx="10528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Šelovi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dopuštaju korisnicima da definišu lokalne varijable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8243E7-59EA-B3FE-E30D-0731A4995E41}"/>
              </a:ext>
            </a:extLst>
          </p:cNvPr>
          <p:cNvSpPr txBox="1"/>
          <p:nvPr/>
        </p:nvSpPr>
        <p:spPr>
          <a:xfrm>
            <a:off x="1237825" y="1970419"/>
            <a:ext cx="90470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Mogu da se koriste u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šel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komandama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6B8C62-06CE-C063-67C1-8DAF372B1C4A}"/>
              </a:ext>
            </a:extLst>
          </p:cNvPr>
          <p:cNvSpPr txBox="1"/>
          <p:nvPr/>
        </p:nvSpPr>
        <p:spPr>
          <a:xfrm>
            <a:off x="892506" y="2822264"/>
            <a:ext cx="10286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Moguće je definisati i varijable okruženja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90DF25-9E4C-9989-856B-D4499133F531}"/>
              </a:ext>
            </a:extLst>
          </p:cNvPr>
          <p:cNvSpPr txBox="1"/>
          <p:nvPr/>
        </p:nvSpPr>
        <p:spPr>
          <a:xfrm>
            <a:off x="1237827" y="3228814"/>
            <a:ext cx="90470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Vidljive i u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skriptama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i programima pokrenutim iz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šela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CE0890-1F23-1062-43BA-58F319B3895D}"/>
              </a:ext>
            </a:extLst>
          </p:cNvPr>
          <p:cNvSpPr txBox="1"/>
          <p:nvPr/>
        </p:nvSpPr>
        <p:spPr>
          <a:xfrm>
            <a:off x="1237825" y="2304379"/>
            <a:ext cx="90470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Konvencija: imena sastavljena od malih slova: </a:t>
            </a: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svi_fajlovi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=</a:t>
            </a:r>
            <a:r>
              <a:rPr lang="en-US" sz="1400" b="1" dirty="0">
                <a:solidFill>
                  <a:srgbClr val="44546A"/>
                </a:solidFill>
                <a:latin typeface="Montserrat Medium"/>
              </a:rPr>
              <a:t>‘</a:t>
            </a:r>
            <a:r>
              <a:rPr lang="en-US" sz="1400" b="1" dirty="0" err="1">
                <a:solidFill>
                  <a:srgbClr val="44546A"/>
                </a:solidFill>
                <a:latin typeface="Montserrat Medium"/>
              </a:rPr>
              <a:t>ls’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AB6E99-44C3-CD19-CF02-472D4D1D3F1E}"/>
              </a:ext>
            </a:extLst>
          </p:cNvPr>
          <p:cNvSpPr txBox="1"/>
          <p:nvPr/>
        </p:nvSpPr>
        <p:spPr>
          <a:xfrm>
            <a:off x="1237826" y="3573809"/>
            <a:ext cx="90470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Konvencija: imena sastavljena od velikih slova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9A7E93-902D-7F37-8946-94221D0AB3FF}"/>
              </a:ext>
            </a:extLst>
          </p:cNvPr>
          <p:cNvSpPr txBox="1"/>
          <p:nvPr/>
        </p:nvSpPr>
        <p:spPr>
          <a:xfrm>
            <a:off x="1795612" y="3885141"/>
            <a:ext cx="904702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export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 PASS=</a:t>
            </a:r>
            <a:r>
              <a:rPr lang="en-US" sz="1400" b="1" dirty="0">
                <a:solidFill>
                  <a:srgbClr val="44546A"/>
                </a:solidFill>
                <a:latin typeface="Montserrat Medium"/>
              </a:rPr>
              <a:t>`tr –dc A-Za-z0-9_ &lt; /dev/</a:t>
            </a:r>
            <a:r>
              <a:rPr lang="en-US" sz="1400" b="1" dirty="0" err="1">
                <a:solidFill>
                  <a:srgbClr val="44546A"/>
                </a:solidFill>
                <a:latin typeface="Montserrat Medium"/>
              </a:rPr>
              <a:t>urandom</a:t>
            </a:r>
            <a:r>
              <a:rPr lang="en-US" sz="1400" b="1" dirty="0">
                <a:solidFill>
                  <a:srgbClr val="44546A"/>
                </a:solidFill>
                <a:latin typeface="Montserrat Medium"/>
              </a:rPr>
              <a:t> | head –c12`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dirty="0">
                <a:solidFill>
                  <a:srgbClr val="44546A"/>
                </a:solidFill>
                <a:latin typeface="Montserrat Medium"/>
              </a:rPr>
              <a:t>echo $PASS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dirty="0">
                <a:solidFill>
                  <a:srgbClr val="44546A"/>
                </a:solidFill>
                <a:latin typeface="Montserrat Medium"/>
              </a:rPr>
              <a:t>unset PASS</a:t>
            </a:r>
            <a:endParaRPr lang="en-GB" sz="1400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F76FFBA-94CF-9F75-3E9F-54DC0F251E54}"/>
              </a:ext>
            </a:extLst>
          </p:cNvPr>
          <p:cNvSpPr/>
          <p:nvPr/>
        </p:nvSpPr>
        <p:spPr>
          <a:xfrm>
            <a:off x="602041" y="4820933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A92F9E-5271-A055-AEFE-8104F857568B}"/>
              </a:ext>
            </a:extLst>
          </p:cNvPr>
          <p:cNvSpPr txBox="1"/>
          <p:nvPr/>
        </p:nvSpPr>
        <p:spPr>
          <a:xfrm>
            <a:off x="892504" y="4703810"/>
            <a:ext cx="10286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 err="1">
                <a:solidFill>
                  <a:srgbClr val="44546A"/>
                </a:solidFill>
                <a:latin typeface="Montserrat Medium"/>
              </a:rPr>
              <a:t>Koriste</a:t>
            </a:r>
            <a:r>
              <a:rPr lang="en-US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en-US" dirty="0" err="1">
                <a:solidFill>
                  <a:srgbClr val="44546A"/>
                </a:solidFill>
                <a:latin typeface="Montserrat Medium"/>
              </a:rPr>
              <a:t>ih</a:t>
            </a:r>
            <a:r>
              <a:rPr lang="en-US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en-US" dirty="0" err="1">
                <a:solidFill>
                  <a:srgbClr val="44546A"/>
                </a:solidFill>
                <a:latin typeface="Montserrat Medium"/>
              </a:rPr>
              <a:t>mnoge</a:t>
            </a:r>
            <a:r>
              <a:rPr lang="en-US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en-US" dirty="0" err="1">
                <a:solidFill>
                  <a:srgbClr val="44546A"/>
                </a:solidFill>
                <a:latin typeface="Montserrat Medium"/>
              </a:rPr>
              <a:t>aplikacije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84DB546-BB3B-4481-5756-CEEC9325A7BF}"/>
              </a:ext>
            </a:extLst>
          </p:cNvPr>
          <p:cNvSpPr/>
          <p:nvPr/>
        </p:nvSpPr>
        <p:spPr>
          <a:xfrm>
            <a:off x="602041" y="5558931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FA5A18-7B0B-0D25-5648-15C72F496D98}"/>
              </a:ext>
            </a:extLst>
          </p:cNvPr>
          <p:cNvSpPr txBox="1"/>
          <p:nvPr/>
        </p:nvSpPr>
        <p:spPr>
          <a:xfrm>
            <a:off x="892504" y="5441808"/>
            <a:ext cx="10286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>
                <a:solidFill>
                  <a:srgbClr val="44546A"/>
                </a:solidFill>
                <a:latin typeface="Montserrat Medium"/>
              </a:rPr>
              <a:t>env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9D5CB2-FA01-7FD5-0FBA-79EB45FD6838}"/>
              </a:ext>
            </a:extLst>
          </p:cNvPr>
          <p:cNvSpPr txBox="1"/>
          <p:nvPr/>
        </p:nvSpPr>
        <p:spPr>
          <a:xfrm>
            <a:off x="1097619" y="5895366"/>
            <a:ext cx="90470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Izlistava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sve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definisane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varijable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okru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ženja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i njihove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vrijednosti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4351261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00538773-F42E-8DA1-F0E1-2D58CE42A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E291D0-131A-AA7C-2AAE-C1A400224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>
                <a:solidFill>
                  <a:srgbClr val="44546A"/>
                </a:solidFill>
              </a:rPr>
              <a:t>Glavne standardne varijable okruženja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947CDB85-97BE-0FBE-2703-7B944A16A8AD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9AAE91F-3A83-B0BD-A08A-1C3978701A03}"/>
              </a:ext>
            </a:extLst>
          </p:cNvPr>
          <p:cNvSpPr/>
          <p:nvPr/>
        </p:nvSpPr>
        <p:spPr>
          <a:xfrm>
            <a:off x="602044" y="554820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C753FD6B-F074-620B-EE25-BC8DEB53E280}"/>
              </a:ext>
            </a:extLst>
          </p:cNvPr>
          <p:cNvSpPr/>
          <p:nvPr/>
        </p:nvSpPr>
        <p:spPr>
          <a:xfrm>
            <a:off x="602043" y="2578343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AA5D7A2F-E3AE-EA17-E6F8-FB58E54432ED}"/>
              </a:ext>
            </a:extLst>
          </p:cNvPr>
          <p:cNvSpPr/>
          <p:nvPr/>
        </p:nvSpPr>
        <p:spPr>
          <a:xfrm>
            <a:off x="602043" y="351434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EA7C0BF2-B681-8E93-5B20-A5E6CEBA8D24}"/>
              </a:ext>
            </a:extLst>
          </p:cNvPr>
          <p:cNvSpPr/>
          <p:nvPr/>
        </p:nvSpPr>
        <p:spPr>
          <a:xfrm>
            <a:off x="602043" y="450155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9D2E8-CAE3-D915-7E6E-0A66ADA8FC1A}"/>
              </a:ext>
            </a:extLst>
          </p:cNvPr>
          <p:cNvSpPr txBox="1"/>
          <p:nvPr/>
        </p:nvSpPr>
        <p:spPr>
          <a:xfrm>
            <a:off x="892504" y="1528497"/>
            <a:ext cx="542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LD_LIBRARY_PATH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B11952-7DAB-BF73-66AB-90ECD0832EE2}"/>
              </a:ext>
            </a:extLst>
          </p:cNvPr>
          <p:cNvSpPr txBox="1"/>
          <p:nvPr/>
        </p:nvSpPr>
        <p:spPr>
          <a:xfrm>
            <a:off x="892505" y="2457120"/>
            <a:ext cx="52034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HOME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1CEDEF63-299C-C9D7-C550-BC7F13040850}"/>
              </a:ext>
            </a:extLst>
          </p:cNvPr>
          <p:cNvSpPr txBox="1">
            <a:spLocks/>
          </p:cNvSpPr>
          <p:nvPr/>
        </p:nvSpPr>
        <p:spPr>
          <a:xfrm>
            <a:off x="892503" y="4315544"/>
            <a:ext cx="6770169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b="1" dirty="0">
                <a:solidFill>
                  <a:srgbClr val="44546A"/>
                </a:solidFill>
              </a:rPr>
              <a:t>MANPATH</a:t>
            </a:r>
            <a:endParaRPr lang="en-AU" sz="1800" b="1" dirty="0">
              <a:solidFill>
                <a:srgbClr val="44546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10E1A8-16FC-4B5D-DA69-CE64E54FA06C}"/>
              </a:ext>
            </a:extLst>
          </p:cNvPr>
          <p:cNvSpPr txBox="1"/>
          <p:nvPr/>
        </p:nvSpPr>
        <p:spPr>
          <a:xfrm>
            <a:off x="892506" y="3385743"/>
            <a:ext cx="5203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HOSTNAME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011F7D27-8771-85A6-9700-E365962CE1A3}"/>
              </a:ext>
            </a:extLst>
          </p:cNvPr>
          <p:cNvSpPr txBox="1">
            <a:spLocks/>
          </p:cNvSpPr>
          <p:nvPr/>
        </p:nvSpPr>
        <p:spPr>
          <a:xfrm>
            <a:off x="892504" y="5354813"/>
            <a:ext cx="5426000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b="1" dirty="0">
                <a:solidFill>
                  <a:srgbClr val="44546A"/>
                </a:solidFill>
              </a:rPr>
              <a:t>PATH I USER</a:t>
            </a:r>
            <a:endParaRPr lang="en-AU" sz="1800" b="1" dirty="0">
              <a:solidFill>
                <a:srgbClr val="44546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96C70F-FD43-774F-CDDE-3535488850D8}"/>
              </a:ext>
            </a:extLst>
          </p:cNvPr>
          <p:cNvSpPr txBox="1"/>
          <p:nvPr/>
        </p:nvSpPr>
        <p:spPr>
          <a:xfrm>
            <a:off x="1319224" y="2022997"/>
            <a:ext cx="67732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putanja do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dijeljenih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biblioteka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6A5E1E-3F2A-071A-327D-F4775B00C8BD}"/>
              </a:ext>
            </a:extLst>
          </p:cNvPr>
          <p:cNvSpPr txBox="1"/>
          <p:nvPr/>
        </p:nvSpPr>
        <p:spPr>
          <a:xfrm>
            <a:off x="1307032" y="2951620"/>
            <a:ext cx="9443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Trenutni korisnički direktorijum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2F607D-E3CD-E592-CFC1-39E1A66E59B2}"/>
              </a:ext>
            </a:extLst>
          </p:cNvPr>
          <p:cNvSpPr txBox="1"/>
          <p:nvPr/>
        </p:nvSpPr>
        <p:spPr>
          <a:xfrm>
            <a:off x="1319224" y="3880243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naziv lokalne mašine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1EF84C-6907-E90F-C583-3FD921957DDB}"/>
              </a:ext>
            </a:extLst>
          </p:cNvPr>
          <p:cNvSpPr txBox="1"/>
          <p:nvPr/>
        </p:nvSpPr>
        <p:spPr>
          <a:xfrm>
            <a:off x="1319223" y="4920690"/>
            <a:ext cx="9136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putanja do priručnika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5A9665-C133-8577-6827-74CA67A3098A}"/>
              </a:ext>
            </a:extLst>
          </p:cNvPr>
          <p:cNvSpPr txBox="1"/>
          <p:nvPr/>
        </p:nvSpPr>
        <p:spPr>
          <a:xfrm>
            <a:off x="1319224" y="5957984"/>
            <a:ext cx="7376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putanja do programa(komandi) i naziv trenutnog korisnika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41528256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989BC8C5-87D4-4265-9D1E-4E9406A06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09A93C-3DC4-6417-FD04-37A33366C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en-US" sz="2800" dirty="0" err="1">
                <a:solidFill>
                  <a:srgbClr val="44546A"/>
                </a:solidFill>
              </a:rPr>
              <a:t>Alijansi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B3E020C-4AC4-FAB2-890F-494053E31851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5D53678-F8D1-FDC6-4341-73BDAEBAF6D8}"/>
              </a:ext>
            </a:extLst>
          </p:cNvPr>
          <p:cNvSpPr/>
          <p:nvPr/>
        </p:nvSpPr>
        <p:spPr>
          <a:xfrm>
            <a:off x="1319227" y="417056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71DF2F78-6EAC-7443-763A-0BD8D6909D2E}"/>
              </a:ext>
            </a:extLst>
          </p:cNvPr>
          <p:cNvSpPr/>
          <p:nvPr/>
        </p:nvSpPr>
        <p:spPr>
          <a:xfrm>
            <a:off x="602043" y="2578343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65F34921-630E-8C6C-9860-79EEA2641579}"/>
              </a:ext>
            </a:extLst>
          </p:cNvPr>
          <p:cNvSpPr/>
          <p:nvPr/>
        </p:nvSpPr>
        <p:spPr>
          <a:xfrm>
            <a:off x="1319224" y="3018668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53D0DC93-C8A3-A673-2FCE-FF9DB7BF3FC8}"/>
              </a:ext>
            </a:extLst>
          </p:cNvPr>
          <p:cNvSpPr/>
          <p:nvPr/>
        </p:nvSpPr>
        <p:spPr>
          <a:xfrm>
            <a:off x="1319227" y="3578558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63C1A6-56C7-BC2C-C112-EE8655F92B8B}"/>
              </a:ext>
            </a:extLst>
          </p:cNvPr>
          <p:cNvSpPr txBox="1"/>
          <p:nvPr/>
        </p:nvSpPr>
        <p:spPr>
          <a:xfrm>
            <a:off x="892504" y="1528497"/>
            <a:ext cx="6450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Šel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dozvoljava definisanje alijansa za komande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2A85AB-BA39-532E-4CED-55D919396992}"/>
              </a:ext>
            </a:extLst>
          </p:cNvPr>
          <p:cNvSpPr txBox="1"/>
          <p:nvPr/>
        </p:nvSpPr>
        <p:spPr>
          <a:xfrm>
            <a:off x="892505" y="2457120"/>
            <a:ext cx="52034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Primjeri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B082172C-CC37-3DF0-FB7D-44B89DF817FA}"/>
              </a:ext>
            </a:extLst>
          </p:cNvPr>
          <p:cNvSpPr txBox="1">
            <a:spLocks/>
          </p:cNvSpPr>
          <p:nvPr/>
        </p:nvSpPr>
        <p:spPr>
          <a:xfrm>
            <a:off x="1609687" y="3392546"/>
            <a:ext cx="6770169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b="1" noProof="1">
                <a:solidFill>
                  <a:srgbClr val="44546A"/>
                </a:solidFill>
              </a:rPr>
              <a:t>alias rm = ’rm –l’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F91DDB-FB44-4CE5-165C-37E1A84A0995}"/>
              </a:ext>
            </a:extLst>
          </p:cNvPr>
          <p:cNvSpPr txBox="1"/>
          <p:nvPr/>
        </p:nvSpPr>
        <p:spPr>
          <a:xfrm>
            <a:off x="1609687" y="2890065"/>
            <a:ext cx="5203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alias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ll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= ’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ls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–la’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80480110-DE2E-4464-09B8-C52EE36DC41B}"/>
              </a:ext>
            </a:extLst>
          </p:cNvPr>
          <p:cNvSpPr txBox="1">
            <a:spLocks/>
          </p:cNvSpPr>
          <p:nvPr/>
        </p:nvSpPr>
        <p:spPr>
          <a:xfrm>
            <a:off x="1609686" y="3977174"/>
            <a:ext cx="6683921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b="1" dirty="0" err="1">
                <a:solidFill>
                  <a:srgbClr val="44546A"/>
                </a:solidFill>
              </a:rPr>
              <a:t>alias</a:t>
            </a:r>
            <a:r>
              <a:rPr lang="sr-Latn-RS" sz="1800" b="1" dirty="0">
                <a:solidFill>
                  <a:srgbClr val="44546A"/>
                </a:solidFill>
              </a:rPr>
              <a:t> </a:t>
            </a:r>
            <a:r>
              <a:rPr lang="sr-Latn-RS" sz="1800" b="1" dirty="0" err="1">
                <a:solidFill>
                  <a:srgbClr val="44546A"/>
                </a:solidFill>
              </a:rPr>
              <a:t>frd</a:t>
            </a:r>
            <a:r>
              <a:rPr lang="sr-Latn-RS" sz="1800" b="1" dirty="0">
                <a:solidFill>
                  <a:srgbClr val="44546A"/>
                </a:solidFill>
              </a:rPr>
              <a:t> = ’</a:t>
            </a:r>
            <a:r>
              <a:rPr lang="sr-Latn-RS" sz="1800" b="1" dirty="0" err="1">
                <a:solidFill>
                  <a:srgbClr val="44546A"/>
                </a:solidFill>
              </a:rPr>
              <a:t>find_rambaldi_device</a:t>
            </a:r>
            <a:r>
              <a:rPr lang="sr-Latn-RS" sz="1800" b="1" dirty="0">
                <a:solidFill>
                  <a:srgbClr val="44546A"/>
                </a:solidFill>
              </a:rPr>
              <a:t> –-</a:t>
            </a:r>
            <a:r>
              <a:rPr lang="sr-Latn-RS" sz="1800" b="1" dirty="0" err="1">
                <a:solidFill>
                  <a:srgbClr val="44546A"/>
                </a:solidFill>
              </a:rPr>
              <a:t>asap</a:t>
            </a:r>
            <a:r>
              <a:rPr lang="sr-Latn-RS" sz="1800" b="1" dirty="0">
                <a:solidFill>
                  <a:srgbClr val="44546A"/>
                </a:solidFill>
              </a:rPr>
              <a:t> –</a:t>
            </a:r>
            <a:r>
              <a:rPr lang="sr-Latn-RS" sz="1800" b="1" dirty="0" err="1">
                <a:solidFill>
                  <a:srgbClr val="44546A"/>
                </a:solidFill>
              </a:rPr>
              <a:t>risky</a:t>
            </a:r>
            <a:r>
              <a:rPr lang="sr-Latn-RS" sz="1800" b="1" dirty="0">
                <a:solidFill>
                  <a:srgbClr val="44546A"/>
                </a:solidFill>
              </a:rPr>
              <a:t>’</a:t>
            </a:r>
            <a:endParaRPr lang="sr-Latn-RS" sz="1800" b="1" noProof="0" dirty="0">
              <a:solidFill>
                <a:srgbClr val="44546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E9D070-FFC5-AE57-5B56-5E1101123768}"/>
              </a:ext>
            </a:extLst>
          </p:cNvPr>
          <p:cNvSpPr txBox="1"/>
          <p:nvPr/>
        </p:nvSpPr>
        <p:spPr>
          <a:xfrm>
            <a:off x="1319224" y="2022997"/>
            <a:ext cx="67732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Prečice ua često korištene komande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39F77C1-BA7A-A2D0-F431-A3BD53197589}"/>
              </a:ext>
            </a:extLst>
          </p:cNvPr>
          <p:cNvSpPr/>
          <p:nvPr/>
        </p:nvSpPr>
        <p:spPr>
          <a:xfrm>
            <a:off x="1348118" y="5401472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69893B6-4669-0795-C5B2-CE1A04834BD2}"/>
              </a:ext>
            </a:extLst>
          </p:cNvPr>
          <p:cNvSpPr/>
          <p:nvPr/>
        </p:nvSpPr>
        <p:spPr>
          <a:xfrm>
            <a:off x="1348118" y="4809464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74F9316-E9F7-8F0C-D4DA-0B62ECC2F6C5}"/>
              </a:ext>
            </a:extLst>
          </p:cNvPr>
          <p:cNvSpPr txBox="1">
            <a:spLocks/>
          </p:cNvSpPr>
          <p:nvPr/>
        </p:nvSpPr>
        <p:spPr>
          <a:xfrm>
            <a:off x="1638578" y="4623452"/>
            <a:ext cx="6770169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b="1" dirty="0" err="1">
                <a:solidFill>
                  <a:srgbClr val="44546A"/>
                </a:solidFill>
              </a:rPr>
              <a:t>alias</a:t>
            </a:r>
            <a:r>
              <a:rPr lang="sr-Latn-RS" sz="1800" b="1" dirty="0">
                <a:solidFill>
                  <a:srgbClr val="44546A"/>
                </a:solidFill>
              </a:rPr>
              <a:t> </a:t>
            </a:r>
            <a:r>
              <a:rPr lang="sr-Latn-RS" sz="1800" b="1" dirty="0" err="1">
                <a:solidFill>
                  <a:srgbClr val="44546A"/>
                </a:solidFill>
              </a:rPr>
              <a:t>srdjan</a:t>
            </a:r>
            <a:r>
              <a:rPr lang="sr-Latn-RS" sz="1800" b="1" dirty="0">
                <a:solidFill>
                  <a:srgbClr val="44546A"/>
                </a:solidFill>
              </a:rPr>
              <a:t> = ’./</a:t>
            </a:r>
            <a:r>
              <a:rPr lang="sr-Latn-RS" sz="1800" b="1" dirty="0" err="1">
                <a:solidFill>
                  <a:srgbClr val="44546A"/>
                </a:solidFill>
              </a:rPr>
              <a:t>home</a:t>
            </a:r>
            <a:r>
              <a:rPr lang="sr-Latn-RS" sz="1800" b="1" dirty="0">
                <a:solidFill>
                  <a:srgbClr val="44546A"/>
                </a:solidFill>
              </a:rPr>
              <a:t>/</a:t>
            </a:r>
            <a:r>
              <a:rPr lang="sr-Latn-RS" sz="1800" b="1" dirty="0" err="1">
                <a:solidFill>
                  <a:srgbClr val="44546A"/>
                </a:solidFill>
              </a:rPr>
              <a:t>srdjan</a:t>
            </a:r>
            <a:r>
              <a:rPr lang="sr-Latn-RS" sz="1800" b="1" dirty="0">
                <a:solidFill>
                  <a:srgbClr val="44546A"/>
                </a:solidFill>
              </a:rPr>
              <a:t>/</a:t>
            </a:r>
            <a:r>
              <a:rPr lang="sr-Latn-RS" sz="1800" b="1" dirty="0" err="1">
                <a:solidFill>
                  <a:srgbClr val="44546A"/>
                </a:solidFill>
              </a:rPr>
              <a:t>env</a:t>
            </a:r>
            <a:r>
              <a:rPr lang="sr-Latn-RS" sz="1800" b="1" dirty="0">
                <a:solidFill>
                  <a:srgbClr val="44546A"/>
                </a:solidFill>
              </a:rPr>
              <a:t>/</a:t>
            </a:r>
            <a:r>
              <a:rPr lang="sr-Latn-RS" sz="1800" b="1" dirty="0" err="1">
                <a:solidFill>
                  <a:srgbClr val="44546A"/>
                </a:solidFill>
              </a:rPr>
              <a:t>srdjan.env</a:t>
            </a:r>
            <a:r>
              <a:rPr lang="sr-Latn-RS" sz="1800" b="1" dirty="0">
                <a:solidFill>
                  <a:srgbClr val="44546A"/>
                </a:solidFill>
              </a:rPr>
              <a:t>’</a:t>
            </a:r>
            <a:endParaRPr lang="en-AU" sz="1800" b="1" dirty="0">
              <a:solidFill>
                <a:srgbClr val="44546A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D22B587B-F64E-15AD-FE43-88DAF56545B7}"/>
              </a:ext>
            </a:extLst>
          </p:cNvPr>
          <p:cNvSpPr txBox="1">
            <a:spLocks/>
          </p:cNvSpPr>
          <p:nvPr/>
        </p:nvSpPr>
        <p:spPr>
          <a:xfrm>
            <a:off x="1638578" y="5208080"/>
            <a:ext cx="5426000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b="1" dirty="0" err="1">
                <a:solidFill>
                  <a:srgbClr val="44546A"/>
                </a:solidFill>
              </a:rPr>
              <a:t>alias</a:t>
            </a:r>
            <a:r>
              <a:rPr lang="sr-Latn-RS" sz="1800" b="1" dirty="0">
                <a:solidFill>
                  <a:srgbClr val="44546A"/>
                </a:solidFill>
              </a:rPr>
              <a:t> </a:t>
            </a:r>
            <a:r>
              <a:rPr lang="sr-Latn-RS" sz="1800" b="1" dirty="0" err="1">
                <a:solidFill>
                  <a:srgbClr val="44546A"/>
                </a:solidFill>
              </a:rPr>
              <a:t>please</a:t>
            </a:r>
            <a:r>
              <a:rPr lang="sr-Latn-RS" sz="1800" b="1" dirty="0">
                <a:solidFill>
                  <a:srgbClr val="44546A"/>
                </a:solidFill>
              </a:rPr>
              <a:t> = ’</a:t>
            </a:r>
            <a:r>
              <a:rPr lang="sr-Latn-RS" sz="1800" b="1" dirty="0" err="1">
                <a:solidFill>
                  <a:srgbClr val="44546A"/>
                </a:solidFill>
              </a:rPr>
              <a:t>sudo</a:t>
            </a:r>
            <a:r>
              <a:rPr lang="sr-Latn-RS" sz="1800" b="1" dirty="0">
                <a:solidFill>
                  <a:srgbClr val="44546A"/>
                </a:solidFill>
              </a:rPr>
              <a:t>’</a:t>
            </a:r>
            <a:endParaRPr lang="en-AU" sz="1800" b="1" dirty="0">
              <a:solidFill>
                <a:srgbClr val="4454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4725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92D3581D-8A37-F792-75E0-507E828C6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CA38AB-B5F5-1B0D-8988-DE3AA4CC7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>
                <a:solidFill>
                  <a:srgbClr val="44546A"/>
                </a:solidFill>
              </a:rPr>
              <a:t>~/.</a:t>
            </a:r>
            <a:r>
              <a:rPr lang="sr-Latn-RS" sz="2800" dirty="0" err="1">
                <a:solidFill>
                  <a:srgbClr val="44546A"/>
                </a:solidFill>
              </a:rPr>
              <a:t>bashrc</a:t>
            </a:r>
            <a:r>
              <a:rPr lang="sr-Latn-RS" sz="2800" dirty="0">
                <a:solidFill>
                  <a:srgbClr val="44546A"/>
                </a:solidFill>
              </a:rPr>
              <a:t> datoteka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6C6986EB-AE68-67C1-A808-4C24DE375163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52CA92C-4D9C-9372-F5A6-01C350CFC09C}"/>
              </a:ext>
            </a:extLst>
          </p:cNvPr>
          <p:cNvSpPr/>
          <p:nvPr/>
        </p:nvSpPr>
        <p:spPr>
          <a:xfrm>
            <a:off x="1319227" y="417056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F95C212B-10C3-FFBF-36AD-E99ED9626207}"/>
              </a:ext>
            </a:extLst>
          </p:cNvPr>
          <p:cNvSpPr/>
          <p:nvPr/>
        </p:nvSpPr>
        <p:spPr>
          <a:xfrm>
            <a:off x="602043" y="2578343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9B337C27-DC2B-EFBB-8AAB-86225D802CDA}"/>
              </a:ext>
            </a:extLst>
          </p:cNvPr>
          <p:cNvSpPr/>
          <p:nvPr/>
        </p:nvSpPr>
        <p:spPr>
          <a:xfrm>
            <a:off x="1319224" y="3018668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5C2EBE78-4B43-52D3-6AE6-C3A8F2A80BD7}"/>
              </a:ext>
            </a:extLst>
          </p:cNvPr>
          <p:cNvSpPr/>
          <p:nvPr/>
        </p:nvSpPr>
        <p:spPr>
          <a:xfrm>
            <a:off x="1319227" y="3578558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202335-09CE-3E6E-323D-7864F539779C}"/>
              </a:ext>
            </a:extLst>
          </p:cNvPr>
          <p:cNvSpPr txBox="1"/>
          <p:nvPr/>
        </p:nvSpPr>
        <p:spPr>
          <a:xfrm>
            <a:off x="892504" y="1528497"/>
            <a:ext cx="6450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~/.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bashrc</a:t>
            </a:r>
            <a:endParaRPr lang="sr-Latn-RS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A1B773-23D0-837C-344A-80AF2A3E2DFF}"/>
              </a:ext>
            </a:extLst>
          </p:cNvPr>
          <p:cNvSpPr txBox="1"/>
          <p:nvPr/>
        </p:nvSpPr>
        <p:spPr>
          <a:xfrm>
            <a:off x="892505" y="2457120"/>
            <a:ext cx="52034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Može se koristiti za definisanje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191D0E87-619A-8751-2C9B-AE2F5F23BB08}"/>
              </a:ext>
            </a:extLst>
          </p:cNvPr>
          <p:cNvSpPr txBox="1">
            <a:spLocks/>
          </p:cNvSpPr>
          <p:nvPr/>
        </p:nvSpPr>
        <p:spPr>
          <a:xfrm>
            <a:off x="1609687" y="3392546"/>
            <a:ext cx="6770169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noProof="1">
                <a:solidFill>
                  <a:srgbClr val="44546A"/>
                </a:solidFill>
              </a:rPr>
              <a:t>alijansa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5B32DE-AC09-65D0-C9FD-0BDCD2B10171}"/>
              </a:ext>
            </a:extLst>
          </p:cNvPr>
          <p:cNvSpPr txBox="1"/>
          <p:nvPr/>
        </p:nvSpPr>
        <p:spPr>
          <a:xfrm>
            <a:off x="1609686" y="2890065"/>
            <a:ext cx="87321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podrazumjevanih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vrijednosti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varijabli okruženja (PATH, EDITOR, …)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A8B63C45-87BC-82AD-6FB0-7E901FCC2B32}"/>
              </a:ext>
            </a:extLst>
          </p:cNvPr>
          <p:cNvSpPr txBox="1">
            <a:spLocks/>
          </p:cNvSpPr>
          <p:nvPr/>
        </p:nvSpPr>
        <p:spPr>
          <a:xfrm>
            <a:off x="1609686" y="3977174"/>
            <a:ext cx="6683921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dirty="0">
                <a:solidFill>
                  <a:srgbClr val="44546A"/>
                </a:solidFill>
              </a:rPr>
              <a:t>p</a:t>
            </a:r>
            <a:r>
              <a:rPr lang="sr-Latn-RS" sz="1800" noProof="0" dirty="0" err="1">
                <a:solidFill>
                  <a:srgbClr val="44546A"/>
                </a:solidFill>
              </a:rPr>
              <a:t>rompta</a:t>
            </a:r>
            <a:r>
              <a:rPr lang="sr-Latn-RS" sz="1800" noProof="0" dirty="0">
                <a:solidFill>
                  <a:srgbClr val="44546A"/>
                </a:solidFill>
              </a:rPr>
              <a:t> (više informacija u </a:t>
            </a:r>
            <a:r>
              <a:rPr lang="sr-Latn-RS" sz="1800" noProof="0" dirty="0" err="1">
                <a:solidFill>
                  <a:srgbClr val="44546A"/>
                </a:solidFill>
              </a:rPr>
              <a:t>bash</a:t>
            </a:r>
            <a:r>
              <a:rPr lang="sr-Latn-RS" sz="1800" noProof="0" dirty="0">
                <a:solidFill>
                  <a:srgbClr val="44546A"/>
                </a:solidFill>
              </a:rPr>
              <a:t> manualu)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96C4EB-01A9-2B54-6500-B497B0FD25E0}"/>
              </a:ext>
            </a:extLst>
          </p:cNvPr>
          <p:cNvSpPr txBox="1"/>
          <p:nvPr/>
        </p:nvSpPr>
        <p:spPr>
          <a:xfrm>
            <a:off x="1319224" y="2022997"/>
            <a:ext cx="67732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Šel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skripta koja se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učitiva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svaki put kada se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šel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startuje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468E06A-609B-D65D-3D6A-3E8BB96DF652}"/>
              </a:ext>
            </a:extLst>
          </p:cNvPr>
          <p:cNvSpPr/>
          <p:nvPr/>
        </p:nvSpPr>
        <p:spPr>
          <a:xfrm>
            <a:off x="1348118" y="4809464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C23D8BF6-1B6B-468A-0AC7-317DA5FC9F63}"/>
              </a:ext>
            </a:extLst>
          </p:cNvPr>
          <p:cNvSpPr txBox="1">
            <a:spLocks/>
          </p:cNvSpPr>
          <p:nvPr/>
        </p:nvSpPr>
        <p:spPr>
          <a:xfrm>
            <a:off x="1638578" y="4623452"/>
            <a:ext cx="6770169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dirty="0">
                <a:solidFill>
                  <a:srgbClr val="44546A"/>
                </a:solidFill>
              </a:rPr>
              <a:t>pozdravne poruke</a:t>
            </a:r>
            <a:endParaRPr lang="en-AU" sz="1800" dirty="0">
              <a:solidFill>
                <a:srgbClr val="4454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60751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A6B81A20-4E90-DD55-C912-5DC0C5BAF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DBEB8E-D574-CA82-3BD3-4A446167C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>
                <a:solidFill>
                  <a:srgbClr val="44546A"/>
                </a:solidFill>
              </a:rPr>
              <a:t>Istorija komandi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07D1260-562C-B68A-2E88-EC9AAA149D37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FDC20FC6-B1DA-CA82-DF9D-69A650E15B06}"/>
              </a:ext>
            </a:extLst>
          </p:cNvPr>
          <p:cNvSpPr/>
          <p:nvPr/>
        </p:nvSpPr>
        <p:spPr>
          <a:xfrm>
            <a:off x="602043" y="2818023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E6085EAB-3EBE-1FAA-AEBA-C7A227C8DA25}"/>
              </a:ext>
            </a:extLst>
          </p:cNvPr>
          <p:cNvSpPr/>
          <p:nvPr/>
        </p:nvSpPr>
        <p:spPr>
          <a:xfrm>
            <a:off x="602043" y="375402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C8C649ED-8B84-7C24-78E1-D235F69322D7}"/>
              </a:ext>
            </a:extLst>
          </p:cNvPr>
          <p:cNvSpPr/>
          <p:nvPr/>
        </p:nvSpPr>
        <p:spPr>
          <a:xfrm>
            <a:off x="602043" y="474123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2EAC20-47C0-5C22-30E9-5416245573D8}"/>
              </a:ext>
            </a:extLst>
          </p:cNvPr>
          <p:cNvSpPr txBox="1"/>
          <p:nvPr/>
        </p:nvSpPr>
        <p:spPr>
          <a:xfrm>
            <a:off x="892504" y="1528497"/>
            <a:ext cx="542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history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E51FC7-B707-1910-6014-570F066E6F38}"/>
              </a:ext>
            </a:extLst>
          </p:cNvPr>
          <p:cNvSpPr txBox="1"/>
          <p:nvPr/>
        </p:nvSpPr>
        <p:spPr>
          <a:xfrm>
            <a:off x="892505" y="2696800"/>
            <a:ext cx="52034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Ctrl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+ R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B9E42595-0330-9B67-2C7E-300124235649}"/>
              </a:ext>
            </a:extLst>
          </p:cNvPr>
          <p:cNvSpPr txBox="1">
            <a:spLocks/>
          </p:cNvSpPr>
          <p:nvPr/>
        </p:nvSpPr>
        <p:spPr>
          <a:xfrm>
            <a:off x="892503" y="4555224"/>
            <a:ext cx="6770169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5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sr-Latn-RS" sz="1800" b="1" dirty="0">
                <a:solidFill>
                  <a:srgbClr val="44546A"/>
                </a:solidFill>
              </a:rPr>
              <a:t>!</a:t>
            </a:r>
            <a:r>
              <a:rPr lang="sr-Latn-RS" sz="1800" b="1" dirty="0" err="1">
                <a:solidFill>
                  <a:srgbClr val="44546A"/>
                </a:solidFill>
              </a:rPr>
              <a:t>cat</a:t>
            </a:r>
            <a:endParaRPr lang="en-AU" sz="1800" b="1" dirty="0">
              <a:solidFill>
                <a:srgbClr val="44546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DFCC4-F23D-1915-3D33-BB111E0F9532}"/>
              </a:ext>
            </a:extLst>
          </p:cNvPr>
          <p:cNvSpPr txBox="1"/>
          <p:nvPr/>
        </p:nvSpPr>
        <p:spPr>
          <a:xfrm>
            <a:off x="892506" y="3625423"/>
            <a:ext cx="5203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!!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A7C1D1-15D0-DBBE-ED55-21522F10C6F1}"/>
              </a:ext>
            </a:extLst>
          </p:cNvPr>
          <p:cNvSpPr txBox="1"/>
          <p:nvPr/>
        </p:nvSpPr>
        <p:spPr>
          <a:xfrm>
            <a:off x="1319224" y="2022997"/>
            <a:ext cx="542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Prikazuje poslednje pokrenute komande i njihov broj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Brisanje istorije: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history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–c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E2AC5F-8AC7-4602-7971-FDCCBC7192E2}"/>
              </a:ext>
            </a:extLst>
          </p:cNvPr>
          <p:cNvSpPr txBox="1"/>
          <p:nvPr/>
        </p:nvSpPr>
        <p:spPr>
          <a:xfrm>
            <a:off x="1307032" y="3191300"/>
            <a:ext cx="9443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Rekurzivna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pretraga kroz istoriju komandi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81817B-1F5E-AF51-6AB7-29C66CC126CE}"/>
              </a:ext>
            </a:extLst>
          </p:cNvPr>
          <p:cNvSpPr txBox="1"/>
          <p:nvPr/>
        </p:nvSpPr>
        <p:spPr>
          <a:xfrm>
            <a:off x="1319224" y="4119923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Ponovo poziva poslednju komandu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2CC3F1-3CE8-C5B4-51D3-CE8921229EE3}"/>
              </a:ext>
            </a:extLst>
          </p:cNvPr>
          <p:cNvSpPr txBox="1"/>
          <p:nvPr/>
        </p:nvSpPr>
        <p:spPr>
          <a:xfrm>
            <a:off x="1319224" y="5160370"/>
            <a:ext cx="542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Ponovo poziva poslednju komandu koja počinje sa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cat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31730850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949F9F3D-15A2-D9E7-6C8C-9467C226B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C4BFC0-E207-4506-3969-44BB42809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>
                <a:solidFill>
                  <a:srgbClr val="44546A"/>
                </a:solidFill>
              </a:rPr>
              <a:t>Procesi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E8E21DE-0A30-90DA-18F9-A4CC81E12C69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34DC44DD-8E76-5F05-F638-D8208E2F840D}"/>
              </a:ext>
            </a:extLst>
          </p:cNvPr>
          <p:cNvSpPr/>
          <p:nvPr/>
        </p:nvSpPr>
        <p:spPr>
          <a:xfrm>
            <a:off x="602043" y="225908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4888D2-21D7-6068-0C45-B98B1B68F699}"/>
              </a:ext>
            </a:extLst>
          </p:cNvPr>
          <p:cNvSpPr txBox="1"/>
          <p:nvPr/>
        </p:nvSpPr>
        <p:spPr>
          <a:xfrm>
            <a:off x="892504" y="1528497"/>
            <a:ext cx="10564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U 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linuksu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je skoro sve datoteka, osim onoga što je proces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A48651-EAAE-D591-FFAE-9732BA0DB10A}"/>
              </a:ext>
            </a:extLst>
          </p:cNvPr>
          <p:cNvSpPr txBox="1"/>
          <p:nvPr/>
        </p:nvSpPr>
        <p:spPr>
          <a:xfrm>
            <a:off x="892505" y="2137862"/>
            <a:ext cx="80137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Procesi su instance pokrenutih programa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C9FD249-16DF-CEC9-8D16-1153583B3DF5}"/>
              </a:ext>
            </a:extLst>
          </p:cNvPr>
          <p:cNvSpPr/>
          <p:nvPr/>
        </p:nvSpPr>
        <p:spPr>
          <a:xfrm>
            <a:off x="602043" y="3428232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506F0F-C022-270C-8E54-D43213E85325}"/>
              </a:ext>
            </a:extLst>
          </p:cNvPr>
          <p:cNvSpPr txBox="1"/>
          <p:nvPr/>
        </p:nvSpPr>
        <p:spPr>
          <a:xfrm>
            <a:off x="892505" y="3307009"/>
            <a:ext cx="80137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Podaci koji se 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dodjeljuju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procesima: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48FEB7-DA2C-854E-5B78-2E142758E466}"/>
              </a:ext>
            </a:extLst>
          </p:cNvPr>
          <p:cNvSpPr txBox="1"/>
          <p:nvPr/>
        </p:nvSpPr>
        <p:spPr>
          <a:xfrm>
            <a:off x="1063192" y="3762485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Otvorene datoteke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C321E2-3823-8907-1AFB-2830E9046564}"/>
              </a:ext>
            </a:extLst>
          </p:cNvPr>
          <p:cNvSpPr txBox="1"/>
          <p:nvPr/>
        </p:nvSpPr>
        <p:spPr>
          <a:xfrm>
            <a:off x="1063192" y="4156406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Alocirana memorija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4FE22F-511D-F964-CB3D-58EF6BB54FC6}"/>
              </a:ext>
            </a:extLst>
          </p:cNvPr>
          <p:cNvSpPr txBox="1"/>
          <p:nvPr/>
        </p:nvSpPr>
        <p:spPr>
          <a:xfrm>
            <a:off x="1063192" y="4508633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Stek</a:t>
            </a:r>
            <a:endParaRPr lang="sr-Latn-RS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93BDBF3-4E28-518A-4C82-DC74A55EEEAD}"/>
              </a:ext>
            </a:extLst>
          </p:cNvPr>
          <p:cNvSpPr/>
          <p:nvPr/>
        </p:nvSpPr>
        <p:spPr>
          <a:xfrm>
            <a:off x="602043" y="2855738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348C67-6D25-083E-B0FD-7DB4B9E8AB05}"/>
              </a:ext>
            </a:extLst>
          </p:cNvPr>
          <p:cNvSpPr txBox="1"/>
          <p:nvPr/>
        </p:nvSpPr>
        <p:spPr>
          <a:xfrm>
            <a:off x="892505" y="2734515"/>
            <a:ext cx="80137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Više instanci istog programa može biti pokrenuto istovremeno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61D0C2-587A-6225-336B-58C87E8CFA8F}"/>
              </a:ext>
            </a:extLst>
          </p:cNvPr>
          <p:cNvSpPr txBox="1"/>
          <p:nvPr/>
        </p:nvSpPr>
        <p:spPr>
          <a:xfrm>
            <a:off x="1063192" y="4839299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Id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procesa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165380-CB28-6233-48D6-DCACF2D1DD75}"/>
              </a:ext>
            </a:extLst>
          </p:cNvPr>
          <p:cNvSpPr txBox="1"/>
          <p:nvPr/>
        </p:nvSpPr>
        <p:spPr>
          <a:xfrm>
            <a:off x="1063192" y="5233220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Roditeljski proces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388A22-E909-4379-8704-7CD001B55484}"/>
              </a:ext>
            </a:extLst>
          </p:cNvPr>
          <p:cNvSpPr txBox="1"/>
          <p:nvPr/>
        </p:nvSpPr>
        <p:spPr>
          <a:xfrm>
            <a:off x="1063192" y="5585447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Prioritet</a:t>
            </a:r>
          </a:p>
        </p:txBody>
      </p:sp>
    </p:spTree>
    <p:extLst>
      <p:ext uri="{BB962C8B-B14F-4D97-AF65-F5344CB8AC3E}">
        <p14:creationId xmlns:p14="http://schemas.microsoft.com/office/powerpoint/2010/main" val="42652482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52937B5A-82A8-709E-ABFB-D1A8CBDEA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56352C-1936-1239-50EF-61ED9730B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>
                <a:solidFill>
                  <a:srgbClr val="44546A"/>
                </a:solidFill>
              </a:rPr>
              <a:t>Pokretanje zadataka u pozadini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0DC535A4-EB1C-8AEB-734D-104CA6DD59CA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A140E2F1-B81C-6C07-AA96-FB74E814D54D}"/>
              </a:ext>
            </a:extLst>
          </p:cNvPr>
          <p:cNvSpPr/>
          <p:nvPr/>
        </p:nvSpPr>
        <p:spPr>
          <a:xfrm>
            <a:off x="602043" y="225908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3C700E-E0B0-E515-B11B-D3A724409CC9}"/>
              </a:ext>
            </a:extLst>
          </p:cNvPr>
          <p:cNvSpPr txBox="1"/>
          <p:nvPr/>
        </p:nvSpPr>
        <p:spPr>
          <a:xfrm>
            <a:off x="892504" y="1528497"/>
            <a:ext cx="10564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Ista notacija u svim 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šelovima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3E088D-D3AC-BB62-9452-7843B1DF0FD8}"/>
              </a:ext>
            </a:extLst>
          </p:cNvPr>
          <p:cNvSpPr txBox="1"/>
          <p:nvPr/>
        </p:nvSpPr>
        <p:spPr>
          <a:xfrm>
            <a:off x="892505" y="2137862"/>
            <a:ext cx="80137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Za šta se koristi?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2CEC47-3C45-BFBD-811E-22677184F2E8}"/>
              </a:ext>
            </a:extLst>
          </p:cNvPr>
          <p:cNvSpPr txBox="1"/>
          <p:nvPr/>
        </p:nvSpPr>
        <p:spPr>
          <a:xfrm>
            <a:off x="1127199" y="4418280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pozadinski_program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 &amp;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05AC75-0042-3D41-683D-8C975EF6D212}"/>
              </a:ext>
            </a:extLst>
          </p:cNvPr>
          <p:cNvSpPr txBox="1"/>
          <p:nvPr/>
        </p:nvSpPr>
        <p:spPr>
          <a:xfrm>
            <a:off x="1127199" y="4812201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gedit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 &amp;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671075A-E6D9-69F5-D613-45EBFFD3990C}"/>
              </a:ext>
            </a:extLst>
          </p:cNvPr>
          <p:cNvSpPr/>
          <p:nvPr/>
        </p:nvSpPr>
        <p:spPr>
          <a:xfrm>
            <a:off x="602042" y="4075254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DE771-5600-52BF-5F18-C286233BC781}"/>
              </a:ext>
            </a:extLst>
          </p:cNvPr>
          <p:cNvSpPr txBox="1"/>
          <p:nvPr/>
        </p:nvSpPr>
        <p:spPr>
          <a:xfrm>
            <a:off x="892504" y="3954031"/>
            <a:ext cx="80137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Dodaje se 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&amp;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na kraj linije za pokretanje komande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BFBD09-977C-FC93-51B5-C77611F0BB18}"/>
              </a:ext>
            </a:extLst>
          </p:cNvPr>
          <p:cNvSpPr txBox="1"/>
          <p:nvPr/>
        </p:nvSpPr>
        <p:spPr>
          <a:xfrm>
            <a:off x="892504" y="2604056"/>
            <a:ext cx="105649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600" dirty="0">
                <a:solidFill>
                  <a:srgbClr val="44546A"/>
                </a:solidFill>
                <a:latin typeface="Montserrat Medium"/>
              </a:rPr>
              <a:t>Za komande čiji izlaz može da bude pogledan naknadno, pogotovo za one koje troše dosta vremena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B05B25-4C0D-C81B-FCC8-48A4BE59C2BF}"/>
              </a:ext>
            </a:extLst>
          </p:cNvPr>
          <p:cNvSpPr txBox="1"/>
          <p:nvPr/>
        </p:nvSpPr>
        <p:spPr>
          <a:xfrm>
            <a:off x="892504" y="3050333"/>
            <a:ext cx="105649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600" dirty="0">
                <a:solidFill>
                  <a:srgbClr val="44546A"/>
                </a:solidFill>
                <a:latin typeface="Montserrat Medium"/>
              </a:rPr>
              <a:t>Za pokretanje grafičkih programa iz komandne linije, a da ostane omogućeno </a:t>
            </a:r>
            <a:r>
              <a:rPr lang="sr-Latn-RS" sz="1600" dirty="0" err="1">
                <a:solidFill>
                  <a:srgbClr val="44546A"/>
                </a:solidFill>
                <a:latin typeface="Montserrat Medium"/>
              </a:rPr>
              <a:t>korištenje</a:t>
            </a:r>
            <a:r>
              <a:rPr lang="sr-Latn-RS" sz="1600" dirty="0">
                <a:solidFill>
                  <a:srgbClr val="44546A"/>
                </a:solidFill>
                <a:latin typeface="Montserrat Medium"/>
              </a:rPr>
              <a:t> istog terminala</a:t>
            </a:r>
            <a:endParaRPr lang="en-GB" sz="1600" dirty="0">
              <a:solidFill>
                <a:srgbClr val="44546A"/>
              </a:solidFill>
              <a:latin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778413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8CD93FAF-9ABF-1BB2-786A-9B7011B43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4C863A-6742-4CAC-0732-14EA1E735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>
                <a:solidFill>
                  <a:srgbClr val="44546A"/>
                </a:solidFill>
              </a:rPr>
              <a:t>Kontrola pozadinskih zadataka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1D10269F-A135-D44F-DFE5-4B1B4939D25C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BAF8E01F-62C9-FE01-F9BE-7C9F44C78B25}"/>
              </a:ext>
            </a:extLst>
          </p:cNvPr>
          <p:cNvSpPr/>
          <p:nvPr/>
        </p:nvSpPr>
        <p:spPr>
          <a:xfrm>
            <a:off x="602043" y="2578343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DCA1A9BC-007B-66F5-83A0-F64F6AFBB7A0}"/>
              </a:ext>
            </a:extLst>
          </p:cNvPr>
          <p:cNvSpPr/>
          <p:nvPr/>
        </p:nvSpPr>
        <p:spPr>
          <a:xfrm>
            <a:off x="602043" y="351434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5486B4-6883-04EE-2EC8-800F48FBF126}"/>
              </a:ext>
            </a:extLst>
          </p:cNvPr>
          <p:cNvSpPr txBox="1"/>
          <p:nvPr/>
        </p:nvSpPr>
        <p:spPr>
          <a:xfrm>
            <a:off x="892504" y="1528497"/>
            <a:ext cx="542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jobs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DFA6C9-B25F-228B-E34E-FDC7EA25357A}"/>
              </a:ext>
            </a:extLst>
          </p:cNvPr>
          <p:cNvSpPr txBox="1"/>
          <p:nvPr/>
        </p:nvSpPr>
        <p:spPr>
          <a:xfrm>
            <a:off x="892505" y="2457120"/>
            <a:ext cx="9047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-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rw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-r—r--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6FB24A-48E2-7B71-525B-42EFB1412500}"/>
              </a:ext>
            </a:extLst>
          </p:cNvPr>
          <p:cNvSpPr txBox="1"/>
          <p:nvPr/>
        </p:nvSpPr>
        <p:spPr>
          <a:xfrm>
            <a:off x="892506" y="3385743"/>
            <a:ext cx="7785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-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rw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-r-----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8E7F78-78F0-845C-BE22-EA55DA150DF3}"/>
              </a:ext>
            </a:extLst>
          </p:cNvPr>
          <p:cNvSpPr txBox="1"/>
          <p:nvPr/>
        </p:nvSpPr>
        <p:spPr>
          <a:xfrm>
            <a:off x="781253" y="1937688"/>
            <a:ext cx="542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200" b="1" dirty="0">
                <a:solidFill>
                  <a:srgbClr val="44546A"/>
                </a:solidFill>
                <a:latin typeface="Montserrat Medium"/>
              </a:rPr>
              <a:t>tip    </a:t>
            </a:r>
            <a:r>
              <a:rPr lang="sr-Latn-RS" sz="1200" b="1" dirty="0" err="1">
                <a:solidFill>
                  <a:srgbClr val="44546A"/>
                </a:solidFill>
                <a:latin typeface="Montserrat Medium"/>
              </a:rPr>
              <a:t>ru</a:t>
            </a:r>
            <a:r>
              <a:rPr lang="sr-Latn-RS" sz="1200" b="1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sz="1200" b="1" dirty="0" err="1">
                <a:solidFill>
                  <a:srgbClr val="44546A"/>
                </a:solidFill>
                <a:latin typeface="Montserrat Medium"/>
              </a:rPr>
              <a:t>wu</a:t>
            </a:r>
            <a:r>
              <a:rPr lang="sr-Latn-RS" sz="1200" b="1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sz="1200" b="1" dirty="0" err="1">
                <a:solidFill>
                  <a:srgbClr val="44546A"/>
                </a:solidFill>
                <a:latin typeface="Montserrat Medium"/>
              </a:rPr>
              <a:t>xu</a:t>
            </a:r>
            <a:r>
              <a:rPr lang="sr-Latn-RS" sz="1200" b="1" dirty="0">
                <a:solidFill>
                  <a:srgbClr val="44546A"/>
                </a:solidFill>
                <a:latin typeface="Montserrat Medium"/>
              </a:rPr>
              <a:t>   </a:t>
            </a:r>
            <a:r>
              <a:rPr lang="sr-Latn-RS" sz="1200" b="1" dirty="0" err="1">
                <a:solidFill>
                  <a:srgbClr val="44546A"/>
                </a:solidFill>
                <a:latin typeface="Montserrat Medium"/>
              </a:rPr>
              <a:t>rg</a:t>
            </a:r>
            <a:r>
              <a:rPr lang="sr-Latn-RS" sz="1200" b="1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sz="1200" b="1" dirty="0" err="1">
                <a:solidFill>
                  <a:srgbClr val="44546A"/>
                </a:solidFill>
                <a:latin typeface="Montserrat Medium"/>
              </a:rPr>
              <a:t>wg</a:t>
            </a:r>
            <a:r>
              <a:rPr lang="sr-Latn-RS" sz="1200" b="1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sz="1200" b="1" dirty="0" err="1">
                <a:solidFill>
                  <a:srgbClr val="44546A"/>
                </a:solidFill>
                <a:latin typeface="Montserrat Medium"/>
              </a:rPr>
              <a:t>xg</a:t>
            </a:r>
            <a:r>
              <a:rPr lang="sr-Latn-RS" sz="1200" b="1" dirty="0">
                <a:solidFill>
                  <a:srgbClr val="44546A"/>
                </a:solidFill>
                <a:latin typeface="Montserrat Medium"/>
              </a:rPr>
              <a:t>     ro </a:t>
            </a:r>
            <a:r>
              <a:rPr lang="sr-Latn-RS" sz="1200" b="1" dirty="0" err="1">
                <a:solidFill>
                  <a:srgbClr val="44546A"/>
                </a:solidFill>
                <a:latin typeface="Montserrat Medium"/>
              </a:rPr>
              <a:t>wo</a:t>
            </a:r>
            <a:r>
              <a:rPr lang="sr-Latn-RS" sz="1200" b="1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sz="1200" b="1" dirty="0" err="1">
                <a:solidFill>
                  <a:srgbClr val="44546A"/>
                </a:solidFill>
                <a:latin typeface="Montserrat Medium"/>
              </a:rPr>
              <a:t>xo</a:t>
            </a:r>
            <a:endParaRPr lang="en-GB" sz="1200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8A95B4-EEB3-EDE6-1191-51239BEB8FA2}"/>
              </a:ext>
            </a:extLst>
          </p:cNvPr>
          <p:cNvSpPr txBox="1"/>
          <p:nvPr/>
        </p:nvSpPr>
        <p:spPr>
          <a:xfrm>
            <a:off x="1307032" y="2951620"/>
            <a:ext cx="9443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Vlasnik može da čita i piše, ostali da čitaju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97EE4E-EEC9-A2BA-8AC5-219E8B5A9599}"/>
              </a:ext>
            </a:extLst>
          </p:cNvPr>
          <p:cNvSpPr txBox="1"/>
          <p:nvPr/>
        </p:nvSpPr>
        <p:spPr>
          <a:xfrm>
            <a:off x="1319224" y="3880243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Vlasnik može da čita i piše, a korisnici iz grupe kojoj datoteka pripada da čitaju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F750349-4D2D-6ECE-24C6-5BFB8EDB98FE}"/>
              </a:ext>
            </a:extLst>
          </p:cNvPr>
          <p:cNvSpPr/>
          <p:nvPr/>
        </p:nvSpPr>
        <p:spPr>
          <a:xfrm>
            <a:off x="602043" y="4578952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D38A70-7F32-017D-B406-12B59A76ED08}"/>
              </a:ext>
            </a:extLst>
          </p:cNvPr>
          <p:cNvSpPr txBox="1"/>
          <p:nvPr/>
        </p:nvSpPr>
        <p:spPr>
          <a:xfrm>
            <a:off x="892506" y="4450349"/>
            <a:ext cx="5203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drwx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------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704B32-9E41-1A93-7F9D-B2519BC875BB}"/>
              </a:ext>
            </a:extLst>
          </p:cNvPr>
          <p:cNvSpPr txBox="1"/>
          <p:nvPr/>
        </p:nvSpPr>
        <p:spPr>
          <a:xfrm>
            <a:off x="1319224" y="4944849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Direktorijum kojem može da pristupi samo vlasnik</a:t>
            </a:r>
          </a:p>
        </p:txBody>
      </p:sp>
    </p:spTree>
    <p:extLst>
      <p:ext uri="{BB962C8B-B14F-4D97-AF65-F5344CB8AC3E}">
        <p14:creationId xmlns:p14="http://schemas.microsoft.com/office/powerpoint/2010/main" val="11523806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6571AF3F-DB0C-6460-3E9B-38C774EFC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852699-EBE4-EAC7-D4DA-5E4CDA5EF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>
                <a:solidFill>
                  <a:srgbClr val="44546A"/>
                </a:solidFill>
              </a:rPr>
              <a:t>Kontrola pozadinskih zadataka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4E556649-94DE-72C1-0876-165B1757FCFB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2E512882-5577-6417-84E0-E012C77FA87C}"/>
              </a:ext>
            </a:extLst>
          </p:cNvPr>
          <p:cNvSpPr/>
          <p:nvPr/>
        </p:nvSpPr>
        <p:spPr>
          <a:xfrm>
            <a:off x="602043" y="2875678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FFA9C8A4-5C98-6D7E-DFC9-3851E894A4A6}"/>
              </a:ext>
            </a:extLst>
          </p:cNvPr>
          <p:cNvSpPr/>
          <p:nvPr/>
        </p:nvSpPr>
        <p:spPr>
          <a:xfrm>
            <a:off x="602043" y="3811681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708885-0DF2-1B8E-BFC5-F094F47EC36F}"/>
              </a:ext>
            </a:extLst>
          </p:cNvPr>
          <p:cNvSpPr txBox="1"/>
          <p:nvPr/>
        </p:nvSpPr>
        <p:spPr>
          <a:xfrm>
            <a:off x="892504" y="1528497"/>
            <a:ext cx="542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jobs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601C8C-2C94-8FC7-E3F6-E1749C7D6730}"/>
              </a:ext>
            </a:extLst>
          </p:cNvPr>
          <p:cNvSpPr txBox="1"/>
          <p:nvPr/>
        </p:nvSpPr>
        <p:spPr>
          <a:xfrm>
            <a:off x="892504" y="2724811"/>
            <a:ext cx="904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fg</a:t>
            </a:r>
            <a:endParaRPr lang="sr-Latn-RS" b="1" dirty="0">
              <a:solidFill>
                <a:srgbClr val="44546A"/>
              </a:solidFill>
              <a:latin typeface="Montserrat Medium"/>
            </a:endParaRP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fg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%&lt;n&gt;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B02949-9CCB-C2E5-C034-562D99F3AA98}"/>
              </a:ext>
            </a:extLst>
          </p:cNvPr>
          <p:cNvSpPr txBox="1"/>
          <p:nvPr/>
        </p:nvSpPr>
        <p:spPr>
          <a:xfrm>
            <a:off x="892506" y="3683078"/>
            <a:ext cx="7785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>
                <a:solidFill>
                  <a:srgbClr val="44546A"/>
                </a:solidFill>
                <a:latin typeface="Montserrat Medium"/>
              </a:rPr>
              <a:t>[Ctrl] Z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 err="1">
                <a:solidFill>
                  <a:srgbClr val="44546A"/>
                </a:solidFill>
                <a:latin typeface="Montserrat Medium"/>
              </a:rPr>
              <a:t>bg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C3EDFB-F135-91A1-98EF-DE0A214165B9}"/>
              </a:ext>
            </a:extLst>
          </p:cNvPr>
          <p:cNvSpPr txBox="1"/>
          <p:nvPr/>
        </p:nvSpPr>
        <p:spPr>
          <a:xfrm>
            <a:off x="1037285" y="1928252"/>
            <a:ext cx="542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200" dirty="0">
                <a:solidFill>
                  <a:srgbClr val="44546A"/>
                </a:solidFill>
                <a:latin typeface="Montserrat Medium"/>
              </a:rPr>
              <a:t>Vraća listu pozadinskih zadataka pokrenutih iz trenutnog </a:t>
            </a:r>
            <a:r>
              <a:rPr lang="sr-Latn-RS" sz="1200" dirty="0" err="1">
                <a:solidFill>
                  <a:srgbClr val="44546A"/>
                </a:solidFill>
                <a:latin typeface="Montserrat Medium"/>
              </a:rPr>
              <a:t>šela</a:t>
            </a:r>
            <a:endParaRPr lang="en-GB" sz="12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5FE708-1E46-8826-825C-9DB32B1C3300}"/>
              </a:ext>
            </a:extLst>
          </p:cNvPr>
          <p:cNvSpPr txBox="1"/>
          <p:nvPr/>
        </p:nvSpPr>
        <p:spPr>
          <a:xfrm>
            <a:off x="1319224" y="3342421"/>
            <a:ext cx="9443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Prebacuje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posljednji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 (n-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ti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) 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zadatak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 u 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fokus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C14B95-ECF1-099C-1554-B4EB84376CC6}"/>
              </a:ext>
            </a:extLst>
          </p:cNvPr>
          <p:cNvSpPr txBox="1"/>
          <p:nvPr/>
        </p:nvSpPr>
        <p:spPr>
          <a:xfrm>
            <a:off x="1319224" y="4362289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Prebacuje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trenutni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zadatak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 u 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pozadinu</a:t>
            </a:r>
            <a:endParaRPr lang="en-GB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1743FE-75CD-DA1E-D600-089EAB61F9D1}"/>
              </a:ext>
            </a:extLst>
          </p:cNvPr>
          <p:cNvSpPr/>
          <p:nvPr/>
        </p:nvSpPr>
        <p:spPr>
          <a:xfrm>
            <a:off x="602043" y="4876287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80A5AB-FCDB-C279-3CC8-AD3462442AA3}"/>
              </a:ext>
            </a:extLst>
          </p:cNvPr>
          <p:cNvSpPr txBox="1"/>
          <p:nvPr/>
        </p:nvSpPr>
        <p:spPr>
          <a:xfrm>
            <a:off x="892506" y="4732365"/>
            <a:ext cx="5203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>
                <a:solidFill>
                  <a:srgbClr val="44546A"/>
                </a:solidFill>
                <a:latin typeface="Montserrat Medium"/>
              </a:rPr>
              <a:t>kill %&lt;n&gt;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62D577-293C-7F20-1DDE-7F3900B8F647}"/>
              </a:ext>
            </a:extLst>
          </p:cNvPr>
          <p:cNvSpPr txBox="1"/>
          <p:nvPr/>
        </p:nvSpPr>
        <p:spPr>
          <a:xfrm>
            <a:off x="1319224" y="5163996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Prekida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 n-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ti</a:t>
            </a:r>
            <a:r>
              <a:rPr lang="en-US" sz="1400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en-US" sz="1400" dirty="0" err="1">
                <a:solidFill>
                  <a:srgbClr val="44546A"/>
                </a:solidFill>
                <a:latin typeface="Montserrat Medium"/>
              </a:rPr>
              <a:t>zadatak</a:t>
            </a:r>
            <a:endParaRPr lang="sr-Latn-RS" sz="14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1CC5A1-CB94-7223-5082-64A523B31087}"/>
              </a:ext>
            </a:extLst>
          </p:cNvPr>
          <p:cNvSpPr txBox="1"/>
          <p:nvPr/>
        </p:nvSpPr>
        <p:spPr>
          <a:xfrm>
            <a:off x="1037285" y="2235674"/>
            <a:ext cx="542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BA" sz="1200" b="1" dirty="0">
                <a:solidFill>
                  <a:srgbClr val="44546A"/>
                </a:solidFill>
                <a:latin typeface="Montserrat Medium" panose="00000600000000000000" pitchFamily="2" charset="0"/>
              </a:rPr>
              <a:t>[1]­- </a:t>
            </a:r>
            <a:r>
              <a:rPr lang="sr-Latn-BA" sz="1200" b="1" dirty="0" err="1">
                <a:solidFill>
                  <a:srgbClr val="44546A"/>
                </a:solidFill>
                <a:latin typeface="Montserrat Medium" panose="00000600000000000000" pitchFamily="2" charset="0"/>
              </a:rPr>
              <a:t>Running</a:t>
            </a:r>
            <a:r>
              <a:rPr lang="sr-Latn-BA" sz="1200" b="1" dirty="0">
                <a:solidFill>
                  <a:srgbClr val="44546A"/>
                </a:solidFill>
                <a:latin typeface="Montserrat Medium" panose="00000600000000000000" pitchFamily="2" charset="0"/>
              </a:rPr>
              <a:t> ~/</a:t>
            </a:r>
            <a:r>
              <a:rPr lang="sr-Latn-BA" sz="1200" b="1" dirty="0" err="1">
                <a:solidFill>
                  <a:srgbClr val="44546A"/>
                </a:solidFill>
                <a:latin typeface="Montserrat Medium" panose="00000600000000000000" pitchFamily="2" charset="0"/>
              </a:rPr>
              <a:t>bin</a:t>
            </a:r>
            <a:r>
              <a:rPr lang="sr-Latn-BA" sz="1200" b="1" dirty="0">
                <a:solidFill>
                  <a:srgbClr val="44546A"/>
                </a:solidFill>
                <a:latin typeface="Montserrat Medium" panose="00000600000000000000" pitchFamily="2" charset="0"/>
              </a:rPr>
              <a:t>/</a:t>
            </a:r>
            <a:r>
              <a:rPr lang="sr-Latn-BA" sz="1200" b="1" dirty="0" err="1">
                <a:solidFill>
                  <a:srgbClr val="44546A"/>
                </a:solidFill>
                <a:latin typeface="Montserrat Medium" panose="00000600000000000000" pitchFamily="2" charset="0"/>
              </a:rPr>
              <a:t>find_meaning_of_life</a:t>
            </a:r>
            <a:r>
              <a:rPr lang="sr-Latn-BA" sz="1200" b="1" dirty="0">
                <a:solidFill>
                  <a:srgbClr val="44546A"/>
                </a:solidFill>
                <a:latin typeface="Montserrat Medium" panose="00000600000000000000" pitchFamily="2" charset="0"/>
              </a:rPr>
              <a:t> --­­</a:t>
            </a:r>
            <a:r>
              <a:rPr lang="sr-Latn-BA" sz="1200" b="1" dirty="0" err="1">
                <a:solidFill>
                  <a:srgbClr val="44546A"/>
                </a:solidFill>
                <a:latin typeface="Montserrat Medium" panose="00000600000000000000" pitchFamily="2" charset="0"/>
              </a:rPr>
              <a:t>without</a:t>
            </a:r>
            <a:r>
              <a:rPr lang="sr-Latn-BA" sz="1200" b="1" dirty="0">
                <a:solidFill>
                  <a:srgbClr val="44546A"/>
                </a:solidFill>
                <a:latin typeface="Montserrat Medium" panose="00000600000000000000" pitchFamily="2" charset="0"/>
              </a:rPr>
              <a:t>­-god &amp;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BA" sz="1200" b="1" dirty="0">
                <a:solidFill>
                  <a:srgbClr val="44546A"/>
                </a:solidFill>
                <a:latin typeface="Montserrat Medium" panose="00000600000000000000" pitchFamily="2" charset="0"/>
              </a:rPr>
              <a:t>[2]+ </a:t>
            </a:r>
            <a:r>
              <a:rPr lang="sr-Latn-BA" sz="1200" b="1" dirty="0" err="1">
                <a:solidFill>
                  <a:srgbClr val="44546A"/>
                </a:solidFill>
                <a:latin typeface="Montserrat Medium" panose="00000600000000000000" pitchFamily="2" charset="0"/>
              </a:rPr>
              <a:t>Running</a:t>
            </a:r>
            <a:r>
              <a:rPr lang="sr-Latn-BA" sz="1200" b="1" dirty="0">
                <a:solidFill>
                  <a:srgbClr val="44546A"/>
                </a:solidFill>
                <a:latin typeface="Montserrat Medium" panose="00000600000000000000" pitchFamily="2" charset="0"/>
              </a:rPr>
              <a:t> </a:t>
            </a:r>
            <a:r>
              <a:rPr lang="sr-Latn-BA" sz="1200" b="1" dirty="0" err="1">
                <a:solidFill>
                  <a:srgbClr val="44546A"/>
                </a:solidFill>
                <a:latin typeface="Montserrat Medium" panose="00000600000000000000" pitchFamily="2" charset="0"/>
              </a:rPr>
              <a:t>make</a:t>
            </a:r>
            <a:r>
              <a:rPr lang="sr-Latn-BA" sz="1200" b="1" dirty="0">
                <a:solidFill>
                  <a:srgbClr val="44546A"/>
                </a:solidFill>
                <a:latin typeface="Montserrat Medium" panose="00000600000000000000" pitchFamily="2" charset="0"/>
              </a:rPr>
              <a:t> </a:t>
            </a:r>
            <a:r>
              <a:rPr lang="sr-Latn-BA" sz="1200" b="1" dirty="0" err="1">
                <a:solidFill>
                  <a:srgbClr val="44546A"/>
                </a:solidFill>
                <a:latin typeface="Montserrat Medium" panose="00000600000000000000" pitchFamily="2" charset="0"/>
              </a:rPr>
              <a:t>mistakes</a:t>
            </a:r>
            <a:r>
              <a:rPr lang="sr-Latn-BA" sz="1200" b="1" dirty="0">
                <a:solidFill>
                  <a:srgbClr val="44546A"/>
                </a:solidFill>
                <a:latin typeface="Montserrat Medium" panose="00000600000000000000" pitchFamily="2" charset="0"/>
              </a:rPr>
              <a:t> &amp;</a:t>
            </a:r>
          </a:p>
        </p:txBody>
      </p:sp>
    </p:spTree>
    <p:extLst>
      <p:ext uri="{BB962C8B-B14F-4D97-AF65-F5344CB8AC3E}">
        <p14:creationId xmlns:p14="http://schemas.microsoft.com/office/powerpoint/2010/main" val="35107773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B6C5C6EA-A96B-FF49-D6D3-4F67B9347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D0304E-1753-C334-7350-A22D3B61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>
                <a:solidFill>
                  <a:srgbClr val="44546A"/>
                </a:solidFill>
              </a:rPr>
              <a:t>Listanje svih procesa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C9A9FFA-06B2-5802-9D2D-1F28E4F2035F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8A4D823B-B3E5-B360-C5FF-F8A2D760B235}"/>
              </a:ext>
            </a:extLst>
          </p:cNvPr>
          <p:cNvSpPr/>
          <p:nvPr/>
        </p:nvSpPr>
        <p:spPr>
          <a:xfrm>
            <a:off x="602043" y="2134233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BFB5D9B5-612E-7CFA-4505-DB4BE8A6A45F}"/>
              </a:ext>
            </a:extLst>
          </p:cNvPr>
          <p:cNvSpPr/>
          <p:nvPr/>
        </p:nvSpPr>
        <p:spPr>
          <a:xfrm>
            <a:off x="602041" y="2864943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9C08A8-9883-96EC-6DEA-A3A83572EC37}"/>
              </a:ext>
            </a:extLst>
          </p:cNvPr>
          <p:cNvSpPr txBox="1"/>
          <p:nvPr/>
        </p:nvSpPr>
        <p:spPr>
          <a:xfrm>
            <a:off x="892504" y="1528497"/>
            <a:ext cx="542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44546A"/>
                </a:solidFill>
                <a:latin typeface="Montserrat Medium"/>
              </a:rPr>
              <a:t>Bez </a:t>
            </a:r>
            <a:r>
              <a:rPr lang="en-US" dirty="0" err="1">
                <a:solidFill>
                  <a:srgbClr val="44546A"/>
                </a:solidFill>
                <a:latin typeface="Montserrat Medium"/>
              </a:rPr>
              <a:t>obzira</a:t>
            </a:r>
            <a:r>
              <a:rPr lang="en-US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en-US" dirty="0" err="1">
                <a:solidFill>
                  <a:srgbClr val="44546A"/>
                </a:solidFill>
                <a:latin typeface="Montserrat Medium"/>
              </a:rPr>
              <a:t>iz</a:t>
            </a:r>
            <a:r>
              <a:rPr lang="en-US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en-US" dirty="0" err="1">
                <a:solidFill>
                  <a:srgbClr val="44546A"/>
                </a:solidFill>
                <a:latin typeface="Montserrat Medium"/>
              </a:rPr>
              <a:t>kojeg</a:t>
            </a:r>
            <a:r>
              <a:rPr lang="en-US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šela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su pokrenuti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A8F94B-B2FB-B887-D826-6A86CA16BFA4}"/>
              </a:ext>
            </a:extLst>
          </p:cNvPr>
          <p:cNvSpPr txBox="1"/>
          <p:nvPr/>
        </p:nvSpPr>
        <p:spPr>
          <a:xfrm>
            <a:off x="892504" y="2736340"/>
            <a:ext cx="7785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noProof="1">
                <a:solidFill>
                  <a:srgbClr val="44546A"/>
                </a:solidFill>
                <a:latin typeface="Montserrat Medium"/>
              </a:rPr>
              <a:t>ps -ux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DA5920-0787-6EEB-27EC-DC30F77649F7}"/>
              </a:ext>
            </a:extLst>
          </p:cNvPr>
          <p:cNvSpPr txBox="1"/>
          <p:nvPr/>
        </p:nvSpPr>
        <p:spPr>
          <a:xfrm>
            <a:off x="1097251" y="3103567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noProof="1">
                <a:solidFill>
                  <a:srgbClr val="44546A"/>
                </a:solidFill>
                <a:latin typeface="Montserrat Medium"/>
              </a:rPr>
              <a:t>Izlistava sve procese koji pripadaju trenutnom korisniku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7ECF9FD-0C4F-7DF6-495C-DED2832D9DB7}"/>
              </a:ext>
            </a:extLst>
          </p:cNvPr>
          <p:cNvSpPr/>
          <p:nvPr/>
        </p:nvSpPr>
        <p:spPr>
          <a:xfrm>
            <a:off x="602043" y="3579023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1FBFFF-DCBD-708B-6055-9528BF7380FA}"/>
              </a:ext>
            </a:extLst>
          </p:cNvPr>
          <p:cNvSpPr txBox="1"/>
          <p:nvPr/>
        </p:nvSpPr>
        <p:spPr>
          <a:xfrm>
            <a:off x="892506" y="3435101"/>
            <a:ext cx="5203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ps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- 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aux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DA06AC-9E14-D12E-9825-3D79C0723D9D}"/>
              </a:ext>
            </a:extLst>
          </p:cNvPr>
          <p:cNvSpPr txBox="1"/>
          <p:nvPr/>
        </p:nvSpPr>
        <p:spPr>
          <a:xfrm>
            <a:off x="1029186" y="3828481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Izlistava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sve procese pokrenute u sistemu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8B0B3C-5B9E-2B04-1A37-57B132DC373D}"/>
              </a:ext>
            </a:extLst>
          </p:cNvPr>
          <p:cNvSpPr txBox="1"/>
          <p:nvPr/>
        </p:nvSpPr>
        <p:spPr>
          <a:xfrm>
            <a:off x="892504" y="2017634"/>
            <a:ext cx="542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ps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–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ef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B73FF4-877A-229D-C668-EC08B97D329D}"/>
              </a:ext>
            </a:extLst>
          </p:cNvPr>
          <p:cNvSpPr txBox="1"/>
          <p:nvPr/>
        </p:nvSpPr>
        <p:spPr>
          <a:xfrm>
            <a:off x="1097251" y="2388760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noProof="1">
                <a:solidFill>
                  <a:srgbClr val="44546A"/>
                </a:solidFill>
                <a:latin typeface="Montserrat Medium"/>
              </a:rPr>
              <a:t>Izlistava sve procese sa svim mogućim kolonama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2B2A8F-2DBA-7B77-07C8-63F83D905958}"/>
              </a:ext>
            </a:extLst>
          </p:cNvPr>
          <p:cNvSpPr txBox="1"/>
          <p:nvPr/>
        </p:nvSpPr>
        <p:spPr>
          <a:xfrm>
            <a:off x="1097251" y="4641848"/>
            <a:ext cx="11299496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BA" sz="1100" dirty="0"/>
              <a:t>USER       PID %CPU %MEM   VSZ  RSS TTY      STAT START   TIME COMMAND </a:t>
            </a:r>
            <a:r>
              <a:rPr lang="sr-Latn-BA" sz="1100" dirty="0" err="1"/>
              <a:t>bart</a:t>
            </a:r>
            <a:r>
              <a:rPr lang="sr-Latn-BA" sz="1100" dirty="0"/>
              <a:t>           3039   0.0      0.2      5916 1380 </a:t>
            </a:r>
            <a:r>
              <a:rPr lang="sr-Latn-BA" sz="1100" dirty="0" err="1"/>
              <a:t>pts</a:t>
            </a:r>
            <a:r>
              <a:rPr lang="sr-Latn-BA" sz="1100" dirty="0"/>
              <a:t>/2    S        14:35    0:00     /</a:t>
            </a:r>
            <a:r>
              <a:rPr lang="sr-Latn-BA" sz="1100" dirty="0" err="1"/>
              <a:t>bin</a:t>
            </a:r>
            <a:r>
              <a:rPr lang="sr-Latn-BA" sz="1100" dirty="0"/>
              <a:t>/</a:t>
            </a:r>
            <a:r>
              <a:rPr lang="sr-Latn-BA" sz="1100" dirty="0" err="1"/>
              <a:t>bash</a:t>
            </a:r>
            <a:endParaRPr lang="sr-Latn-BA" sz="1100" dirty="0"/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BA" sz="1100" dirty="0" err="1"/>
              <a:t>bart</a:t>
            </a:r>
            <a:r>
              <a:rPr lang="sr-Latn-BA" sz="1100" dirty="0"/>
              <a:t>           3134   0.0      0.2      5388 1380 </a:t>
            </a:r>
            <a:r>
              <a:rPr lang="sr-Latn-BA" sz="1100" dirty="0" err="1"/>
              <a:t>pts</a:t>
            </a:r>
            <a:r>
              <a:rPr lang="sr-Latn-BA" sz="1100" dirty="0"/>
              <a:t>/3    S        14:36    0:00     /</a:t>
            </a:r>
            <a:r>
              <a:rPr lang="sr-Latn-BA" sz="1100" dirty="0" err="1"/>
              <a:t>bin</a:t>
            </a:r>
            <a:r>
              <a:rPr lang="sr-Latn-BA" sz="1100" dirty="0"/>
              <a:t>/</a:t>
            </a:r>
            <a:r>
              <a:rPr lang="sr-Latn-BA" sz="1100" dirty="0" err="1"/>
              <a:t>bash</a:t>
            </a:r>
            <a:r>
              <a:rPr lang="sr-Latn-BA" sz="1100" dirty="0"/>
              <a:t> </a:t>
            </a:r>
            <a:r>
              <a:rPr lang="sr-Latn-BA" sz="1100" dirty="0" err="1"/>
              <a:t>bart</a:t>
            </a:r>
            <a:r>
              <a:rPr lang="sr-Latn-BA" sz="1100" dirty="0"/>
              <a:t>           3190   0.0      0.2      6368 1360 </a:t>
            </a:r>
            <a:r>
              <a:rPr lang="sr-Latn-BA" sz="1100" dirty="0" err="1"/>
              <a:t>pts</a:t>
            </a:r>
            <a:r>
              <a:rPr lang="sr-Latn-BA" sz="1100" dirty="0"/>
              <a:t>/4    S        14:37    0:00     /</a:t>
            </a:r>
            <a:r>
              <a:rPr lang="sr-Latn-BA" sz="1100" dirty="0" err="1"/>
              <a:t>bin</a:t>
            </a:r>
            <a:r>
              <a:rPr lang="sr-Latn-BA" sz="1100" dirty="0"/>
              <a:t>/</a:t>
            </a:r>
            <a:r>
              <a:rPr lang="sr-Latn-BA" sz="1100" dirty="0" err="1"/>
              <a:t>bash</a:t>
            </a:r>
            <a:r>
              <a:rPr lang="sr-Latn-BA" sz="1100" dirty="0"/>
              <a:t> </a:t>
            </a:r>
            <a:r>
              <a:rPr lang="sr-Latn-BA" sz="1100" dirty="0" err="1"/>
              <a:t>bart</a:t>
            </a:r>
            <a:r>
              <a:rPr lang="sr-Latn-BA" sz="1100" dirty="0"/>
              <a:t>           3416   0.0      0.0            0       0 </a:t>
            </a:r>
            <a:r>
              <a:rPr lang="sr-Latn-BA" sz="1100" dirty="0" err="1"/>
              <a:t>pts</a:t>
            </a:r>
            <a:r>
              <a:rPr lang="sr-Latn-BA" sz="1100" dirty="0"/>
              <a:t>/2    RW     15:07    0:00     [</a:t>
            </a:r>
            <a:r>
              <a:rPr lang="sr-Latn-BA" sz="1100" dirty="0" err="1"/>
              <a:t>bash</a:t>
            </a:r>
            <a:r>
              <a:rPr lang="sr-Latn-BA" sz="1100" dirty="0"/>
              <a:t>]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r-Latn-BA" sz="1100" dirty="0"/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BA" sz="1100" dirty="0"/>
              <a:t>PID:    ID procesa</a:t>
            </a:r>
            <a:br>
              <a:rPr lang="sr-Latn-BA" sz="1100" dirty="0"/>
            </a:br>
            <a:r>
              <a:rPr lang="sr-Latn-BA" sz="1100" dirty="0"/>
              <a:t>VSZ:   Virtuelna veličina procesa (kod + podaci + </a:t>
            </a:r>
            <a:r>
              <a:rPr lang="sr-Latn-BA" sz="1100" dirty="0" err="1"/>
              <a:t>stek</a:t>
            </a:r>
            <a:r>
              <a:rPr lang="sr-Latn-BA" sz="1100" dirty="0"/>
              <a:t>)</a:t>
            </a:r>
            <a:br>
              <a:rPr lang="sr-Latn-BA" sz="1100" dirty="0"/>
            </a:br>
            <a:r>
              <a:rPr lang="sr-Latn-BA" sz="1100" dirty="0"/>
              <a:t>RSS:   Trenutna količina zauzetih MB u RAM-u za proces</a:t>
            </a:r>
            <a:br>
              <a:rPr lang="sr-Latn-BA" sz="1100" dirty="0"/>
            </a:br>
            <a:r>
              <a:rPr lang="sr-Latn-BA" sz="1100" dirty="0"/>
              <a:t>TTY:    Terminal</a:t>
            </a:r>
            <a:br>
              <a:rPr lang="sr-Latn-BA" sz="1100" dirty="0"/>
            </a:br>
            <a:r>
              <a:rPr lang="sr-Latn-BA" sz="1100" dirty="0"/>
              <a:t>STAT:  Status: R (</a:t>
            </a:r>
            <a:r>
              <a:rPr lang="sr-Latn-BA" sz="1100" dirty="0" err="1"/>
              <a:t>Runnable</a:t>
            </a:r>
            <a:r>
              <a:rPr lang="sr-Latn-BA" sz="1100" dirty="0"/>
              <a:t>), S (</a:t>
            </a:r>
            <a:r>
              <a:rPr lang="sr-Latn-BA" sz="1100" dirty="0" err="1"/>
              <a:t>Sleep</a:t>
            </a:r>
            <a:r>
              <a:rPr lang="sr-Latn-BA" sz="1100" dirty="0"/>
              <a:t>), W (</a:t>
            </a:r>
            <a:r>
              <a:rPr lang="sr-Latn-BA" sz="1100" dirty="0" err="1"/>
              <a:t>paging</a:t>
            </a:r>
            <a:r>
              <a:rPr lang="sr-Latn-BA" sz="1100" dirty="0"/>
              <a:t>), Z (</a:t>
            </a:r>
            <a:r>
              <a:rPr lang="sr-Latn-BA" sz="1100" dirty="0" err="1"/>
              <a:t>Zombie</a:t>
            </a:r>
            <a:r>
              <a:rPr lang="sr-Latn-BA" sz="1100" dirty="0"/>
              <a:t>), ...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r-Latn-BA" sz="1100" dirty="0"/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r-Latn-RS" sz="1100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28F31E2-DD17-03D4-7F77-ACCCE5C291AD}"/>
              </a:ext>
            </a:extLst>
          </p:cNvPr>
          <p:cNvSpPr/>
          <p:nvPr/>
        </p:nvSpPr>
        <p:spPr>
          <a:xfrm>
            <a:off x="602041" y="4236311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36D186-D38C-C29A-A33F-AFCD2B0B93F5}"/>
              </a:ext>
            </a:extLst>
          </p:cNvPr>
          <p:cNvSpPr txBox="1"/>
          <p:nvPr/>
        </p:nvSpPr>
        <p:spPr>
          <a:xfrm>
            <a:off x="892504" y="4092389"/>
            <a:ext cx="5203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ps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aux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| 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grep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bart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| 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grep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b="1" dirty="0" err="1">
                <a:solidFill>
                  <a:srgbClr val="44546A"/>
                </a:solidFill>
                <a:latin typeface="Montserrat Medium"/>
              </a:rPr>
              <a:t>bash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7401872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604688D2-E08B-608E-F072-A5227BECC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247826-BA6B-1EAA-3707-A035D62C9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>
                <a:solidFill>
                  <a:srgbClr val="44546A"/>
                </a:solidFill>
              </a:rPr>
              <a:t>Nadgledanje aktivnosti procesa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1AFF485-92EC-9497-0093-8DB54651A6DB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7025F2-09D8-7393-9122-36ED1910C277}"/>
              </a:ext>
            </a:extLst>
          </p:cNvPr>
          <p:cNvSpPr txBox="1"/>
          <p:nvPr/>
        </p:nvSpPr>
        <p:spPr>
          <a:xfrm>
            <a:off x="892504" y="1528497"/>
            <a:ext cx="963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top</a:t>
            </a:r>
            <a:endParaRPr lang="en-GB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98F62D-3672-0899-6750-DB13E15EBE59}"/>
              </a:ext>
            </a:extLst>
          </p:cNvPr>
          <p:cNvSpPr txBox="1"/>
          <p:nvPr/>
        </p:nvSpPr>
        <p:spPr>
          <a:xfrm>
            <a:off x="1097251" y="1894523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Prikazuje najvažnije procese, sortirane po potrošnji procesorskog vremena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8B8D02-13C5-786D-A10C-5F663AC2A8F5}"/>
              </a:ext>
            </a:extLst>
          </p:cNvPr>
          <p:cNvSpPr txBox="1"/>
          <p:nvPr/>
        </p:nvSpPr>
        <p:spPr>
          <a:xfrm>
            <a:off x="1097251" y="2263855"/>
            <a:ext cx="1129949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sr-Latn-BA" sz="1100" dirty="0"/>
              <a:t>top ­ 15:44:33 </a:t>
            </a:r>
            <a:r>
              <a:rPr lang="sr-Latn-BA" sz="1100" dirty="0" err="1"/>
              <a:t>up</a:t>
            </a:r>
            <a:r>
              <a:rPr lang="sr-Latn-BA" sz="1100" dirty="0"/>
              <a:t>  1:11,  5 </a:t>
            </a:r>
            <a:r>
              <a:rPr lang="sr-Latn-BA" sz="1100" dirty="0" err="1"/>
              <a:t>users</a:t>
            </a:r>
            <a:r>
              <a:rPr lang="sr-Latn-BA" sz="1100" dirty="0"/>
              <a:t>,  </a:t>
            </a:r>
            <a:r>
              <a:rPr lang="sr-Latn-BA" sz="1100" dirty="0" err="1"/>
              <a:t>load</a:t>
            </a:r>
            <a:r>
              <a:rPr lang="sr-Latn-BA" sz="1100" dirty="0"/>
              <a:t> </a:t>
            </a:r>
            <a:r>
              <a:rPr lang="sr-Latn-BA" sz="1100" dirty="0" err="1"/>
              <a:t>average</a:t>
            </a:r>
            <a:r>
              <a:rPr lang="sr-Latn-BA" sz="1100" dirty="0"/>
              <a:t>: 0.98, 0.61, 0.59 </a:t>
            </a:r>
            <a:r>
              <a:rPr lang="sr-Latn-BA" sz="1100" dirty="0" err="1"/>
              <a:t>Tasks</a:t>
            </a:r>
            <a:r>
              <a:rPr lang="sr-Latn-BA" sz="1100" dirty="0"/>
              <a:t>:  81 total,   5 </a:t>
            </a:r>
            <a:r>
              <a:rPr lang="sr-Latn-BA" sz="1100" dirty="0" err="1"/>
              <a:t>running</a:t>
            </a:r>
            <a:r>
              <a:rPr lang="sr-Latn-BA" sz="1100" dirty="0"/>
              <a:t>,  76 </a:t>
            </a:r>
            <a:r>
              <a:rPr lang="sr-Latn-BA" sz="1100" dirty="0" err="1"/>
              <a:t>sleeping</a:t>
            </a:r>
            <a:r>
              <a:rPr lang="sr-Latn-BA" sz="1100" dirty="0"/>
              <a:t>,   0 </a:t>
            </a:r>
            <a:r>
              <a:rPr lang="sr-Latn-BA" sz="1100" dirty="0" err="1"/>
              <a:t>stopped</a:t>
            </a:r>
            <a:r>
              <a:rPr lang="sr-Latn-BA" sz="1100" dirty="0"/>
              <a:t>,   0 </a:t>
            </a:r>
            <a:r>
              <a:rPr lang="sr-Latn-BA" sz="1100" dirty="0" err="1"/>
              <a:t>zombie</a:t>
            </a:r>
            <a:r>
              <a:rPr lang="sr-Latn-BA" sz="1100" dirty="0"/>
              <a:t> </a:t>
            </a:r>
            <a:r>
              <a:rPr lang="sr-Latn-BA" sz="1100" dirty="0" err="1"/>
              <a:t>Cpu</a:t>
            </a:r>
            <a:r>
              <a:rPr lang="sr-Latn-BA" sz="1100" dirty="0"/>
              <a:t>(s): 92.7% </a:t>
            </a:r>
            <a:r>
              <a:rPr lang="sr-Latn-BA" sz="1100" dirty="0" err="1"/>
              <a:t>us</a:t>
            </a:r>
            <a:r>
              <a:rPr lang="sr-Latn-BA" sz="1100" dirty="0"/>
              <a:t>,  5.3% </a:t>
            </a:r>
            <a:r>
              <a:rPr lang="sr-Latn-BA" sz="1100" dirty="0" err="1"/>
              <a:t>sy</a:t>
            </a:r>
            <a:r>
              <a:rPr lang="sr-Latn-BA" sz="1100" dirty="0"/>
              <a:t>,  0.0% ni,  0.0% </a:t>
            </a:r>
            <a:r>
              <a:rPr lang="sr-Latn-BA" sz="1100" dirty="0" err="1"/>
              <a:t>id</a:t>
            </a:r>
            <a:r>
              <a:rPr lang="sr-Latn-BA" sz="1100" dirty="0"/>
              <a:t>,  1.7% </a:t>
            </a:r>
            <a:r>
              <a:rPr lang="sr-Latn-BA" sz="1100" dirty="0" err="1"/>
              <a:t>wa</a:t>
            </a:r>
            <a:r>
              <a:rPr lang="sr-Latn-BA" sz="1100" dirty="0"/>
              <a:t>,  0.3% hi,  0.0% si </a:t>
            </a:r>
            <a:r>
              <a:rPr lang="sr-Latn-BA" sz="1100" dirty="0" err="1"/>
              <a:t>Mem</a:t>
            </a:r>
            <a:r>
              <a:rPr lang="sr-Latn-BA" sz="1100" dirty="0"/>
              <a:t>:    515344k total,   512384k </a:t>
            </a:r>
            <a:r>
              <a:rPr lang="sr-Latn-BA" sz="1100" dirty="0" err="1"/>
              <a:t>used</a:t>
            </a:r>
            <a:r>
              <a:rPr lang="sr-Latn-BA" sz="1100" dirty="0"/>
              <a:t>,     2960k </a:t>
            </a:r>
            <a:r>
              <a:rPr lang="sr-Latn-BA" sz="1100" dirty="0" err="1"/>
              <a:t>free</a:t>
            </a:r>
            <a:r>
              <a:rPr lang="sr-Latn-BA" sz="1100" dirty="0"/>
              <a:t>,    20464k </a:t>
            </a:r>
            <a:r>
              <a:rPr lang="sr-Latn-BA" sz="1100" dirty="0" err="1"/>
              <a:t>buffers</a:t>
            </a:r>
            <a:r>
              <a:rPr lang="sr-Latn-BA" sz="1100" dirty="0"/>
              <a:t> </a:t>
            </a:r>
            <a:r>
              <a:rPr lang="sr-Latn-BA" sz="1100" dirty="0" err="1"/>
              <a:t>Swap</a:t>
            </a:r>
            <a:r>
              <a:rPr lang="sr-Latn-BA" sz="1100" dirty="0"/>
              <a:t>:  1044184k total,        0k </a:t>
            </a:r>
            <a:r>
              <a:rPr lang="sr-Latn-BA" sz="1100" dirty="0" err="1"/>
              <a:t>used</a:t>
            </a:r>
            <a:r>
              <a:rPr lang="sr-Latn-BA" sz="1100" dirty="0"/>
              <a:t>,  1044184k </a:t>
            </a:r>
            <a:r>
              <a:rPr lang="sr-Latn-BA" sz="1100" dirty="0" err="1"/>
              <a:t>free</a:t>
            </a:r>
            <a:r>
              <a:rPr lang="sr-Latn-BA" sz="1100" dirty="0"/>
              <a:t>,   277660k </a:t>
            </a:r>
            <a:r>
              <a:rPr lang="sr-Latn-BA" sz="1100" dirty="0" err="1"/>
              <a:t>cached</a:t>
            </a:r>
            <a:endParaRPr lang="sr-Latn-BA" sz="11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sr-Latn-BA" sz="1100" dirty="0"/>
              <a:t>  PID USER      PR  NI  VIRT  RES  SHR S %CPU %MEM    TIME+  COMMAND                                         3809    </a:t>
            </a:r>
            <a:r>
              <a:rPr lang="sr-Latn-BA" sz="1100" dirty="0" err="1"/>
              <a:t>jdoe</a:t>
            </a:r>
            <a:r>
              <a:rPr lang="sr-Latn-BA" sz="1100" dirty="0"/>
              <a:t>       25   0   6256 3932 1312  R   93.8       0.8     0:21.49     bunzip2                                                                 2769    </a:t>
            </a:r>
            <a:r>
              <a:rPr lang="sr-Latn-BA" sz="1100" dirty="0" err="1"/>
              <a:t>root</a:t>
            </a:r>
            <a:r>
              <a:rPr lang="sr-Latn-BA" sz="1100" dirty="0"/>
              <a:t>        16   0  157m  80m  90m  R     2.7     16.0     5:21.01     X                                                        3006    </a:t>
            </a:r>
            <a:r>
              <a:rPr lang="sr-Latn-BA" sz="1100" dirty="0" err="1"/>
              <a:t>jdoe</a:t>
            </a:r>
            <a:r>
              <a:rPr lang="sr-Latn-BA" sz="1100" dirty="0"/>
              <a:t>       15   0  30928  15m  27m  S    0.3       3.0     0:22.40      </a:t>
            </a:r>
            <a:r>
              <a:rPr lang="sr-Latn-BA" sz="1100" dirty="0" err="1"/>
              <a:t>kdeinit</a:t>
            </a:r>
            <a:r>
              <a:rPr lang="sr-Latn-BA" sz="1100" dirty="0"/>
              <a:t>                                         3008    </a:t>
            </a:r>
            <a:r>
              <a:rPr lang="sr-Latn-BA" sz="1100" dirty="0" err="1"/>
              <a:t>jdoe</a:t>
            </a:r>
            <a:r>
              <a:rPr lang="sr-Latn-BA" sz="1100" dirty="0"/>
              <a:t>       16   0    5624   892  4468 S    0.3       0.2     0:06.59      </a:t>
            </a:r>
            <a:r>
              <a:rPr lang="sr-Latn-BA" sz="1100" dirty="0" err="1"/>
              <a:t>autorun</a:t>
            </a:r>
            <a:r>
              <a:rPr lang="sr-Latn-BA" sz="1100" dirty="0"/>
              <a:t>                                                3034    </a:t>
            </a:r>
            <a:r>
              <a:rPr lang="sr-Latn-BA" sz="1100" dirty="0" err="1"/>
              <a:t>jdoe</a:t>
            </a:r>
            <a:r>
              <a:rPr lang="sr-Latn-BA" sz="1100" dirty="0"/>
              <a:t>       15   0  26764  12m  24m  S    0.3       2.5     0:12.68      </a:t>
            </a:r>
            <a:r>
              <a:rPr lang="sr-Latn-BA" sz="1100" dirty="0" err="1"/>
              <a:t>kscd</a:t>
            </a:r>
            <a:r>
              <a:rPr lang="sr-Latn-BA" sz="1100" dirty="0"/>
              <a:t>                                                        3810    </a:t>
            </a:r>
            <a:r>
              <a:rPr lang="sr-Latn-BA" sz="1100" dirty="0" err="1"/>
              <a:t>jdoe</a:t>
            </a:r>
            <a:r>
              <a:rPr lang="sr-Latn-BA" sz="1100" dirty="0"/>
              <a:t>       16   0    2892   916 1620  R    0.3       0.2      0:00.06     top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CE1DA3B-62D4-91AC-444B-8FFC9439EA7F}"/>
              </a:ext>
            </a:extLst>
          </p:cNvPr>
          <p:cNvSpPr/>
          <p:nvPr/>
        </p:nvSpPr>
        <p:spPr>
          <a:xfrm>
            <a:off x="602043" y="4402740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D46F9C-D260-3C14-EFA8-8D10BCC99A84}"/>
              </a:ext>
            </a:extLst>
          </p:cNvPr>
          <p:cNvSpPr txBox="1"/>
          <p:nvPr/>
        </p:nvSpPr>
        <p:spPr>
          <a:xfrm>
            <a:off x="892504" y="4282512"/>
            <a:ext cx="9467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Moguće je 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promjeniti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redoslijed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 sortiranja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66EA2D-6AE5-8794-BDB5-F23AEECBD4E9}"/>
              </a:ext>
            </a:extLst>
          </p:cNvPr>
          <p:cNvSpPr txBox="1"/>
          <p:nvPr/>
        </p:nvSpPr>
        <p:spPr>
          <a:xfrm>
            <a:off x="1097251" y="4648538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M: 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Sortiranje po memoriji 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P: 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CPU 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T: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Vrijeme</a:t>
            </a:r>
            <a:endParaRPr lang="sr-Latn-RS" sz="1400" b="1" dirty="0">
              <a:solidFill>
                <a:srgbClr val="44546A"/>
              </a:solidFill>
              <a:latin typeface="Montserrat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920A747-C80A-37EF-2CCB-2B8E19129CD7}"/>
              </a:ext>
            </a:extLst>
          </p:cNvPr>
          <p:cNvSpPr/>
          <p:nvPr/>
        </p:nvSpPr>
        <p:spPr>
          <a:xfrm>
            <a:off x="602043" y="5174609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7B2ACE-FA69-34FE-710D-4292B713CB68}"/>
              </a:ext>
            </a:extLst>
          </p:cNvPr>
          <p:cNvSpPr txBox="1"/>
          <p:nvPr/>
        </p:nvSpPr>
        <p:spPr>
          <a:xfrm>
            <a:off x="892504" y="5054381"/>
            <a:ext cx="9467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dirty="0">
                <a:solidFill>
                  <a:srgbClr val="44546A"/>
                </a:solidFill>
                <a:latin typeface="Montserrat Medium"/>
              </a:rPr>
              <a:t>Proces se može prekinuti sa </a:t>
            </a:r>
            <a:r>
              <a:rPr lang="sr-Latn-RS" b="1" dirty="0">
                <a:solidFill>
                  <a:srgbClr val="44546A"/>
                </a:solidFill>
                <a:latin typeface="Montserrat Medium"/>
              </a:rPr>
              <a:t>k 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i proces </a:t>
            </a:r>
            <a:r>
              <a:rPr lang="sr-Latn-RS" dirty="0" err="1">
                <a:solidFill>
                  <a:srgbClr val="44546A"/>
                </a:solidFill>
                <a:latin typeface="Montserrat Medium"/>
              </a:rPr>
              <a:t>id</a:t>
            </a:r>
            <a:r>
              <a:rPr lang="sr-Latn-RS" dirty="0">
                <a:solidFill>
                  <a:srgbClr val="44546A"/>
                </a:solidFill>
                <a:latin typeface="Montserrat Medium"/>
              </a:rPr>
              <a:t>-em</a:t>
            </a:r>
            <a:endParaRPr lang="en-GB" dirty="0">
              <a:solidFill>
                <a:srgbClr val="44546A"/>
              </a:solidFill>
              <a:latin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16105439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914D6DCF-58BE-7F6D-10D8-F24017F0F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F088903-8355-61D3-4D1C-2734EC2EB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55" y="745226"/>
            <a:ext cx="10170544" cy="478800"/>
          </a:xfrm>
        </p:spPr>
        <p:txBody>
          <a:bodyPr>
            <a:normAutofit/>
          </a:bodyPr>
          <a:lstStyle/>
          <a:p>
            <a:r>
              <a:rPr lang="sr-Latn-RS" sz="2800" dirty="0">
                <a:solidFill>
                  <a:srgbClr val="44546A"/>
                </a:solidFill>
              </a:rPr>
              <a:t>Ubijanje procesa</a:t>
            </a:r>
            <a:endParaRPr lang="en-AU" sz="2800" dirty="0">
              <a:solidFill>
                <a:srgbClr val="44546A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31E7FD6F-311A-C601-A9B0-F2701AE64E21}"/>
              </a:ext>
            </a:extLst>
          </p:cNvPr>
          <p:cNvSpPr/>
          <p:nvPr/>
        </p:nvSpPr>
        <p:spPr>
          <a:xfrm>
            <a:off x="602043" y="1648725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7A2059-93A8-511A-F9B6-45F7835F019B}"/>
              </a:ext>
            </a:extLst>
          </p:cNvPr>
          <p:cNvSpPr txBox="1"/>
          <p:nvPr/>
        </p:nvSpPr>
        <p:spPr>
          <a:xfrm>
            <a:off x="892504" y="1528497"/>
            <a:ext cx="2362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noProof="1">
                <a:solidFill>
                  <a:srgbClr val="44546A"/>
                </a:solidFill>
                <a:latin typeface="Montserrat Medium"/>
              </a:rPr>
              <a:t>kill &lt;pidovi&gt;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DA9966-8E82-301E-79E5-99D3C7AEE3E6}"/>
              </a:ext>
            </a:extLst>
          </p:cNvPr>
          <p:cNvSpPr txBox="1"/>
          <p:nvPr/>
        </p:nvSpPr>
        <p:spPr>
          <a:xfrm>
            <a:off x="1097251" y="1894523"/>
            <a:ext cx="834598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Šalje signal za obustavljanje procesu, čeka da proces sačuva podatke i sam završi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Uvijek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treba prvo koristiti ovu komandu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Primjer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: </a:t>
            </a:r>
            <a:r>
              <a:rPr lang="sr-Latn-RS" sz="1400" dirty="0" err="1">
                <a:solidFill>
                  <a:srgbClr val="44546A"/>
                </a:solidFill>
                <a:latin typeface="Montserrat Medium"/>
              </a:rPr>
              <a:t>kill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 3039 3134 3190 3416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9F310C9-70FD-91C5-B09C-51CBAA39ED3C}"/>
              </a:ext>
            </a:extLst>
          </p:cNvPr>
          <p:cNvSpPr/>
          <p:nvPr/>
        </p:nvSpPr>
        <p:spPr>
          <a:xfrm>
            <a:off x="602043" y="2758050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5F6F7A-C7AE-5F90-3BC5-35EAAF20527C}"/>
              </a:ext>
            </a:extLst>
          </p:cNvPr>
          <p:cNvSpPr txBox="1"/>
          <p:nvPr/>
        </p:nvSpPr>
        <p:spPr>
          <a:xfrm>
            <a:off x="892504" y="2637822"/>
            <a:ext cx="2362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noProof="1">
                <a:solidFill>
                  <a:srgbClr val="44546A"/>
                </a:solidFill>
                <a:latin typeface="Montserrat Medium"/>
              </a:rPr>
              <a:t>kill -9 &lt;pidovi&gt;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094704-1087-839D-B0AF-88E78A636923}"/>
              </a:ext>
            </a:extLst>
          </p:cNvPr>
          <p:cNvSpPr txBox="1"/>
          <p:nvPr/>
        </p:nvSpPr>
        <p:spPr>
          <a:xfrm>
            <a:off x="1097251" y="3003848"/>
            <a:ext cx="834598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Šalje signal za trenutni kraj proces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Sam sistem prekida proces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Korisno kada je proces stvarno zaglavljen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42BE150-3451-F222-A17D-273AE8D946A3}"/>
              </a:ext>
            </a:extLst>
          </p:cNvPr>
          <p:cNvSpPr/>
          <p:nvPr/>
        </p:nvSpPr>
        <p:spPr>
          <a:xfrm>
            <a:off x="602043" y="3862740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A9EE8A-F8B0-4082-425D-3F74D146F442}"/>
              </a:ext>
            </a:extLst>
          </p:cNvPr>
          <p:cNvSpPr txBox="1"/>
          <p:nvPr/>
        </p:nvSpPr>
        <p:spPr>
          <a:xfrm>
            <a:off x="892504" y="3742512"/>
            <a:ext cx="2362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noProof="1">
                <a:solidFill>
                  <a:srgbClr val="44546A"/>
                </a:solidFill>
                <a:latin typeface="Montserrat Medium"/>
              </a:rPr>
              <a:t>kill -9 -1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4FF32D-9952-34D3-12F4-02BB4156D235}"/>
              </a:ext>
            </a:extLst>
          </p:cNvPr>
          <p:cNvSpPr txBox="1"/>
          <p:nvPr/>
        </p:nvSpPr>
        <p:spPr>
          <a:xfrm>
            <a:off x="1097251" y="4108538"/>
            <a:ext cx="83459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Ubija procese trenutnog korisnika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-1 znači sve procese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457B564-D685-F254-7AFD-DDBDDDB7ED2E}"/>
              </a:ext>
            </a:extLst>
          </p:cNvPr>
          <p:cNvSpPr/>
          <p:nvPr/>
        </p:nvSpPr>
        <p:spPr>
          <a:xfrm>
            <a:off x="533976" y="4751986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640DB5-37C3-5A9D-BE15-3797EE2CBFF9}"/>
              </a:ext>
            </a:extLst>
          </p:cNvPr>
          <p:cNvSpPr txBox="1"/>
          <p:nvPr/>
        </p:nvSpPr>
        <p:spPr>
          <a:xfrm>
            <a:off x="824436" y="4631758"/>
            <a:ext cx="6673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noProof="1">
                <a:solidFill>
                  <a:srgbClr val="44546A"/>
                </a:solidFill>
                <a:latin typeface="Montserrat Medium"/>
              </a:rPr>
              <a:t>killall [-&lt;signal&gt;] &lt;komanda&gt;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607047-60A8-EAA2-F241-A762924CABB3}"/>
              </a:ext>
            </a:extLst>
          </p:cNvPr>
          <p:cNvSpPr txBox="1"/>
          <p:nvPr/>
        </p:nvSpPr>
        <p:spPr>
          <a:xfrm>
            <a:off x="1029184" y="4997784"/>
            <a:ext cx="834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Ubija sve zadatke koji izvršavaju komandu &lt;komanda&gt; (</a:t>
            </a: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killall</a:t>
            </a:r>
            <a:r>
              <a:rPr lang="sr-Latn-RS" sz="1400" b="1" dirty="0">
                <a:solidFill>
                  <a:srgbClr val="44546A"/>
                </a:solidFill>
                <a:latin typeface="Montserrat Medium"/>
              </a:rPr>
              <a:t> </a:t>
            </a:r>
            <a:r>
              <a:rPr lang="sr-Latn-RS" sz="1400" b="1" dirty="0" err="1">
                <a:solidFill>
                  <a:srgbClr val="44546A"/>
                </a:solidFill>
                <a:latin typeface="Montserrat Medium"/>
              </a:rPr>
              <a:t>bash</a:t>
            </a: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)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4D9BD22-8CDF-71A5-BC28-26B43A1C4090}"/>
              </a:ext>
            </a:extLst>
          </p:cNvPr>
          <p:cNvSpPr/>
          <p:nvPr/>
        </p:nvSpPr>
        <p:spPr>
          <a:xfrm>
            <a:off x="533976" y="5487344"/>
            <a:ext cx="136134" cy="136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rgbClr r="0" g="0" b="0"/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44546A"/>
              </a:solidFill>
              <a:highlight>
                <a:srgbClr val="44546A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5266E6-0EC0-02AF-C7F2-82743A473084}"/>
              </a:ext>
            </a:extLst>
          </p:cNvPr>
          <p:cNvSpPr txBox="1"/>
          <p:nvPr/>
        </p:nvSpPr>
        <p:spPr>
          <a:xfrm>
            <a:off x="824436" y="5367116"/>
            <a:ext cx="6673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b="1" noProof="1">
                <a:solidFill>
                  <a:srgbClr val="44546A"/>
                </a:solidFill>
                <a:latin typeface="Montserrat Medium"/>
              </a:rPr>
              <a:t>xkill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5D0611-EF52-A57D-EA71-CF7BDEB64DA2}"/>
              </a:ext>
            </a:extLst>
          </p:cNvPr>
          <p:cNvSpPr txBox="1"/>
          <p:nvPr/>
        </p:nvSpPr>
        <p:spPr>
          <a:xfrm>
            <a:off x="1029184" y="5733142"/>
            <a:ext cx="83459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Dopušta korisniku da ubije grafičku aplikaciju klikom mišem na nju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r-Latn-RS" sz="1400" dirty="0">
                <a:solidFill>
                  <a:srgbClr val="44546A"/>
                </a:solidFill>
                <a:latin typeface="Montserrat Medium"/>
              </a:rPr>
              <a:t>Korisno kada ime aplikacije nije poznato</a:t>
            </a:r>
          </a:p>
        </p:txBody>
      </p:sp>
    </p:spTree>
    <p:extLst>
      <p:ext uri="{BB962C8B-B14F-4D97-AF65-F5344CB8AC3E}">
        <p14:creationId xmlns:p14="http://schemas.microsoft.com/office/powerpoint/2010/main" val="10414690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122957D0-A85D-2ECE-A36E-88E1491841B0}"/>
              </a:ext>
            </a:extLst>
          </p:cNvPr>
          <p:cNvGrpSpPr/>
          <p:nvPr/>
        </p:nvGrpSpPr>
        <p:grpSpPr>
          <a:xfrm>
            <a:off x="3457576" y="4432229"/>
            <a:ext cx="2235200" cy="1258044"/>
            <a:chOff x="3457576" y="4432229"/>
            <a:chExt cx="2235200" cy="1258044"/>
          </a:xfrm>
        </p:grpSpPr>
        <p:sp>
          <p:nvSpPr>
            <p:cNvPr id="5" name="Google Shape;828;p33">
              <a:extLst>
                <a:ext uri="{FF2B5EF4-FFF2-40B4-BE49-F238E27FC236}">
                  <a16:creationId xmlns:a16="http://schemas.microsoft.com/office/drawing/2014/main" id="{4021CEE5-9135-7C24-E6B8-798CBE17B67A}"/>
                </a:ext>
              </a:extLst>
            </p:cNvPr>
            <p:cNvSpPr txBox="1"/>
            <p:nvPr/>
          </p:nvSpPr>
          <p:spPr>
            <a:xfrm>
              <a:off x="3457576" y="4432229"/>
              <a:ext cx="1874837" cy="3080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None/>
              </a:pPr>
              <a:r>
                <a:rPr lang="en-US" sz="1400" b="1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Belgrade Office</a:t>
              </a:r>
              <a:endParaRPr sz="1400" b="1" dirty="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6" name="Google Shape;829;p33">
              <a:extLst>
                <a:ext uri="{FF2B5EF4-FFF2-40B4-BE49-F238E27FC236}">
                  <a16:creationId xmlns:a16="http://schemas.microsoft.com/office/drawing/2014/main" id="{766077AE-718F-9A25-1A93-548F5878E082}"/>
                </a:ext>
              </a:extLst>
            </p:cNvPr>
            <p:cNvSpPr/>
            <p:nvPr/>
          </p:nvSpPr>
          <p:spPr>
            <a:xfrm>
              <a:off x="3457576" y="4674651"/>
              <a:ext cx="2235200" cy="10156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en-US" sz="1000" dirty="0" err="1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Dunavska</a:t>
              </a:r>
              <a:r>
                <a:rPr lang="en-US" sz="100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2v</a:t>
              </a:r>
              <a:endParaRPr dirty="0"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en-US" sz="100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11158 Beograd</a:t>
              </a:r>
              <a:endParaRPr dirty="0"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en-US" sz="100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Serbia</a:t>
              </a:r>
              <a:endParaRPr dirty="0"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en-US" sz="100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Phone: +381 (0)21 4801 121</a:t>
              </a:r>
              <a:endParaRPr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E8E99A4-E534-E860-E037-ECAC5865D71B}"/>
              </a:ext>
            </a:extLst>
          </p:cNvPr>
          <p:cNvGrpSpPr/>
          <p:nvPr/>
        </p:nvGrpSpPr>
        <p:grpSpPr>
          <a:xfrm>
            <a:off x="6061075" y="4432301"/>
            <a:ext cx="2234784" cy="1488805"/>
            <a:chOff x="6061075" y="4432301"/>
            <a:chExt cx="2234784" cy="1488805"/>
          </a:xfrm>
        </p:grpSpPr>
        <p:sp>
          <p:nvSpPr>
            <p:cNvPr id="8" name="Google Shape;831;p33">
              <a:extLst>
                <a:ext uri="{FF2B5EF4-FFF2-40B4-BE49-F238E27FC236}">
                  <a16:creationId xmlns:a16="http://schemas.microsoft.com/office/drawing/2014/main" id="{CCF5F86B-20D2-F692-4FBE-99FFBC338D6D}"/>
                </a:ext>
              </a:extLst>
            </p:cNvPr>
            <p:cNvSpPr txBox="1"/>
            <p:nvPr/>
          </p:nvSpPr>
          <p:spPr>
            <a:xfrm>
              <a:off x="6061075" y="4432301"/>
              <a:ext cx="1874488" cy="3078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None/>
              </a:pPr>
              <a:r>
                <a:rPr lang="en-US" sz="1400" b="1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Banja Luka Office</a:t>
              </a:r>
              <a:endParaRPr sz="1400" b="1" dirty="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9" name="Google Shape;832;p33">
              <a:extLst>
                <a:ext uri="{FF2B5EF4-FFF2-40B4-BE49-F238E27FC236}">
                  <a16:creationId xmlns:a16="http://schemas.microsoft.com/office/drawing/2014/main" id="{B77F6A2E-4F8E-1AFE-855B-32D15525770C}"/>
                </a:ext>
              </a:extLst>
            </p:cNvPr>
            <p:cNvSpPr/>
            <p:nvPr/>
          </p:nvSpPr>
          <p:spPr>
            <a:xfrm>
              <a:off x="6061075" y="4674651"/>
              <a:ext cx="2234784" cy="1246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en-US" sz="1000" dirty="0" err="1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Patre</a:t>
              </a:r>
              <a:r>
                <a:rPr lang="en-US" sz="100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5</a:t>
              </a:r>
              <a:endParaRPr dirty="0"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en-US" sz="100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78000 Banja Luka</a:t>
              </a:r>
              <a:endParaRPr dirty="0"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en-US" sz="1000" dirty="0" err="1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Republika</a:t>
              </a:r>
              <a:r>
                <a:rPr lang="en-US" sz="100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Srpska, BiH</a:t>
              </a:r>
              <a:endParaRPr dirty="0"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en-US" sz="100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Phone: +387 (0)66 808 554</a:t>
              </a:r>
              <a:endParaRPr sz="1000" dirty="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en-US" sz="100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             +387 (0)66 808 555</a:t>
              </a:r>
              <a:endParaRPr sz="1000" dirty="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FAB18AE-4532-D8B7-FDE1-9572904F5168}"/>
              </a:ext>
            </a:extLst>
          </p:cNvPr>
          <p:cNvGrpSpPr/>
          <p:nvPr/>
        </p:nvGrpSpPr>
        <p:grpSpPr>
          <a:xfrm>
            <a:off x="8704263" y="4432212"/>
            <a:ext cx="2235200" cy="1488894"/>
            <a:chOff x="8704263" y="4432212"/>
            <a:chExt cx="2235200" cy="1488894"/>
          </a:xfrm>
        </p:grpSpPr>
        <p:sp>
          <p:nvSpPr>
            <p:cNvPr id="10" name="Google Shape;833;p33">
              <a:extLst>
                <a:ext uri="{FF2B5EF4-FFF2-40B4-BE49-F238E27FC236}">
                  <a16:creationId xmlns:a16="http://schemas.microsoft.com/office/drawing/2014/main" id="{39BF28F5-EDB2-C020-95CF-AFCB3D0BFA2A}"/>
                </a:ext>
              </a:extLst>
            </p:cNvPr>
            <p:cNvSpPr txBox="1"/>
            <p:nvPr/>
          </p:nvSpPr>
          <p:spPr>
            <a:xfrm>
              <a:off x="8704263" y="4432212"/>
              <a:ext cx="1874837" cy="308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None/>
              </a:pPr>
              <a:r>
                <a:rPr lang="en-US" sz="1400" b="1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Osijek Office</a:t>
              </a:r>
              <a:endParaRPr sz="1400" b="1" dirty="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1" name="Google Shape;834;p33">
              <a:extLst>
                <a:ext uri="{FF2B5EF4-FFF2-40B4-BE49-F238E27FC236}">
                  <a16:creationId xmlns:a16="http://schemas.microsoft.com/office/drawing/2014/main" id="{4BD3AE44-40FA-2B4E-3EC8-C006D58F2844}"/>
                </a:ext>
              </a:extLst>
            </p:cNvPr>
            <p:cNvSpPr/>
            <p:nvPr/>
          </p:nvSpPr>
          <p:spPr>
            <a:xfrm>
              <a:off x="8704263" y="4674651"/>
              <a:ext cx="2235200" cy="1246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sr-Latn-RS" sz="1000">
                  <a:solidFill>
                    <a:schemeClr val="dk2"/>
                  </a:solidFill>
                  <a:latin typeface="Montserrat Medium"/>
                  <a:sym typeface="Montserrat Medium"/>
                </a:rPr>
                <a:t>Županijska 19/1</a:t>
              </a:r>
              <a:endParaRPr dirty="0"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en-US" sz="100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31000 Osijek</a:t>
              </a:r>
              <a:endParaRPr dirty="0"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sr-Latn-RS" sz="100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Croatia</a:t>
              </a:r>
              <a:endParaRPr dirty="0"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en-US" sz="100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Phone: +385 (0)95 563 63 58</a:t>
              </a:r>
              <a:endParaRPr dirty="0"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en-US" sz="100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             +385 (0)31 627 754</a:t>
              </a:r>
              <a:endParaRPr sz="1000" dirty="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568C890-7A90-4E88-00A0-1EDC04E95EA7}"/>
              </a:ext>
            </a:extLst>
          </p:cNvPr>
          <p:cNvGrpSpPr/>
          <p:nvPr/>
        </p:nvGrpSpPr>
        <p:grpSpPr>
          <a:xfrm>
            <a:off x="844550" y="4424363"/>
            <a:ext cx="2235200" cy="1265910"/>
            <a:chOff x="844550" y="4424363"/>
            <a:chExt cx="2235200" cy="1265910"/>
          </a:xfrm>
        </p:grpSpPr>
        <p:sp>
          <p:nvSpPr>
            <p:cNvPr id="13" name="Google Shape;836;p33">
              <a:extLst>
                <a:ext uri="{FF2B5EF4-FFF2-40B4-BE49-F238E27FC236}">
                  <a16:creationId xmlns:a16="http://schemas.microsoft.com/office/drawing/2014/main" id="{E5183E1B-0AE8-FD08-9C8E-95555377D21F}"/>
                </a:ext>
              </a:extLst>
            </p:cNvPr>
            <p:cNvSpPr txBox="1"/>
            <p:nvPr/>
          </p:nvSpPr>
          <p:spPr>
            <a:xfrm>
              <a:off x="1126818" y="4432336"/>
              <a:ext cx="1874837" cy="3078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None/>
              </a:pPr>
              <a:r>
                <a:rPr lang="en-US" sz="1400" b="1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Headquarter</a:t>
              </a:r>
              <a:endParaRPr sz="1400" b="1" dirty="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4" name="Google Shape;837;p33">
              <a:extLst>
                <a:ext uri="{FF2B5EF4-FFF2-40B4-BE49-F238E27FC236}">
                  <a16:creationId xmlns:a16="http://schemas.microsoft.com/office/drawing/2014/main" id="{41A8DC2B-80E1-E29B-60B8-78E5E6D5F468}"/>
                </a:ext>
              </a:extLst>
            </p:cNvPr>
            <p:cNvSpPr/>
            <p:nvPr/>
          </p:nvSpPr>
          <p:spPr>
            <a:xfrm>
              <a:off x="844550" y="4674651"/>
              <a:ext cx="2235200" cy="10156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en-US" sz="1000" dirty="0" err="1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Narodnog</a:t>
              </a:r>
              <a:r>
                <a:rPr lang="en-US" sz="100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</a:t>
              </a:r>
              <a:r>
                <a:rPr lang="en-US" sz="1000" dirty="0" err="1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fronta</a:t>
              </a:r>
              <a:r>
                <a:rPr lang="en-US" sz="100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23a</a:t>
              </a:r>
              <a:endParaRPr dirty="0"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en-US" sz="100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21000 Novi Sad</a:t>
              </a:r>
              <a:endParaRPr dirty="0"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en-US" sz="100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Serbia</a:t>
              </a:r>
              <a:endParaRPr dirty="0"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en-US" sz="100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Phone: +381 (0)21 4801 </a:t>
              </a:r>
              <a:r>
                <a:rPr lang="sr-Latn-RS" sz="100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2</a:t>
              </a:r>
              <a:r>
                <a:rPr lang="en-US" sz="100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00</a:t>
              </a:r>
              <a:endParaRPr dirty="0"/>
            </a:p>
          </p:txBody>
        </p:sp>
        <p:pic>
          <p:nvPicPr>
            <p:cNvPr id="15" name="Google Shape;838;p33">
              <a:extLst>
                <a:ext uri="{FF2B5EF4-FFF2-40B4-BE49-F238E27FC236}">
                  <a16:creationId xmlns:a16="http://schemas.microsoft.com/office/drawing/2014/main" id="{822DBCAA-6970-457F-6BCA-F6437C4449A7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35038" y="4424363"/>
              <a:ext cx="239712" cy="2381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" name="Google Shape;839;p33">
            <a:extLst>
              <a:ext uri="{FF2B5EF4-FFF2-40B4-BE49-F238E27FC236}">
                <a16:creationId xmlns:a16="http://schemas.microsoft.com/office/drawing/2014/main" id="{0741B22B-3ABF-1CF4-A05F-6D049601DB9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86825" y="630238"/>
            <a:ext cx="2892425" cy="224313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825;p33">
            <a:extLst>
              <a:ext uri="{FF2B5EF4-FFF2-40B4-BE49-F238E27FC236}">
                <a16:creationId xmlns:a16="http://schemas.microsoft.com/office/drawing/2014/main" id="{1D7D7A2C-28D6-A7AC-2218-2037C037CE76}"/>
              </a:ext>
            </a:extLst>
          </p:cNvPr>
          <p:cNvSpPr/>
          <p:nvPr/>
        </p:nvSpPr>
        <p:spPr>
          <a:xfrm>
            <a:off x="0" y="3128963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A4C7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826;p33">
            <a:extLst>
              <a:ext uri="{FF2B5EF4-FFF2-40B4-BE49-F238E27FC236}">
                <a16:creationId xmlns:a16="http://schemas.microsoft.com/office/drawing/2014/main" id="{5C67C7C7-4E6F-C4B5-38A4-F2DCA1A4DB97}"/>
              </a:ext>
            </a:extLst>
          </p:cNvPr>
          <p:cNvSpPr txBox="1"/>
          <p:nvPr/>
        </p:nvSpPr>
        <p:spPr>
          <a:xfrm>
            <a:off x="560388" y="3219547"/>
            <a:ext cx="6610350" cy="43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sr-Latn-RS" sz="2500" dirty="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Hvala </a:t>
            </a:r>
            <a:r>
              <a:rPr lang="sr-Latn-RS" sz="25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na pažnji</a:t>
            </a:r>
            <a:endParaRPr sz="2500" dirty="0"/>
          </a:p>
        </p:txBody>
      </p:sp>
    </p:spTree>
    <p:extLst>
      <p:ext uri="{BB962C8B-B14F-4D97-AF65-F5344CB8AC3E}">
        <p14:creationId xmlns:p14="http://schemas.microsoft.com/office/powerpoint/2010/main" val="3242455987"/>
      </p:ext>
    </p:extLst>
  </p:cSld>
  <p:clrMapOvr>
    <a:masterClrMapping/>
  </p:clrMapOvr>
</p:sld>
</file>

<file path=ppt/theme/theme1.xml><?xml version="1.0" encoding="utf-8"?>
<a:theme xmlns:a="http://schemas.openxmlformats.org/drawingml/2006/main" name="index">
  <a:themeElements>
    <a:clrScheme name="RT-RK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46E96"/>
      </a:accent1>
      <a:accent2>
        <a:srgbClr val="F9BD00"/>
      </a:accent2>
      <a:accent3>
        <a:srgbClr val="878787"/>
      </a:accent3>
      <a:accent4>
        <a:srgbClr val="292139"/>
      </a:accent4>
      <a:accent5>
        <a:srgbClr val="A697B3"/>
      </a:accent5>
      <a:accent6>
        <a:srgbClr val="CBC3D3"/>
      </a:accent6>
      <a:hlink>
        <a:srgbClr val="846E96"/>
      </a:hlink>
      <a:folHlink>
        <a:srgbClr val="846E96"/>
      </a:folHlink>
    </a:clrScheme>
    <a:fontScheme name="Benutzerdefiniert 1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Autofit/>
      </a:bodyPr>
      <a:lstStyle>
        <a:defPPr algn="l">
          <a:defRPr sz="2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EBB6CDD7-90AC-4033-91A4-8997F033A60B}" vid="{7E379B4E-4A80-4146-8284-BB9898791FD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4411f4d-6e6f-49a7-8365-b1e8839e92a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9B51D871C06644800B210CD2CD0987" ma:contentTypeVersion="5" ma:contentTypeDescription="Create a new document." ma:contentTypeScope="" ma:versionID="977ace8e26eda978cc174ee054dee003">
  <xsd:schema xmlns:xsd="http://www.w3.org/2001/XMLSchema" xmlns:xs="http://www.w3.org/2001/XMLSchema" xmlns:p="http://schemas.microsoft.com/office/2006/metadata/properties" xmlns:ns3="a4411f4d-6e6f-49a7-8365-b1e8839e92ae" targetNamespace="http://schemas.microsoft.com/office/2006/metadata/properties" ma:root="true" ma:fieldsID="12c9077f92d3aa4fbd7f32e386e4dc9b" ns3:_="">
    <xsd:import namespace="a4411f4d-6e6f-49a7-8365-b1e8839e92a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411f4d-6e6f-49a7-8365-b1e8839e92a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B5A567-A64D-4B98-86B6-BC7F6367A16F}">
  <ds:schemaRefs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terms/"/>
    <ds:schemaRef ds:uri="a4411f4d-6e6f-49a7-8365-b1e8839e92ae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822FA53-B034-493E-8E21-C40FBCEBC1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411f4d-6e6f-49a7-8365-b1e8839e92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3265549-C3C4-47D8-A2E9-A69AA082C9E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RT-RK Consumer ppt template</Template>
  <TotalTime>2050</TotalTime>
  <Words>3267</Words>
  <Application>Microsoft Office PowerPoint</Application>
  <PresentationFormat>Widescreen</PresentationFormat>
  <Paragraphs>468</Paragraphs>
  <Slides>52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9" baseType="lpstr">
      <vt:lpstr>Aptos</vt:lpstr>
      <vt:lpstr>Arial</vt:lpstr>
      <vt:lpstr>Calibri</vt:lpstr>
      <vt:lpstr>Montserrat</vt:lpstr>
      <vt:lpstr>Montserrat </vt:lpstr>
      <vt:lpstr>Montserrat Medium</vt:lpstr>
      <vt:lpstr>index</vt:lpstr>
      <vt:lpstr>RT-RK Ljetna škola</vt:lpstr>
      <vt:lpstr>PowerPoint Presentation</vt:lpstr>
      <vt:lpstr>1. Sistem datoteka, rukovanje datotekama i direktorijumima </vt:lpstr>
      <vt:lpstr>Sve je datoteka (skoro)</vt:lpstr>
      <vt:lpstr>Imena datoteka</vt:lpstr>
      <vt:lpstr>Putanje do datoteka</vt:lpstr>
      <vt:lpstr>Specijalni uređaji</vt:lpstr>
      <vt:lpstr>ls komanda, šabloni u imenu datoteke</vt:lpstr>
      <vt:lpstr>Specijalni direktorijumi, cd, pwd</vt:lpstr>
      <vt:lpstr>cp komanda</vt:lpstr>
      <vt:lpstr>mv i rm komande</vt:lpstr>
      <vt:lpstr>Kreiranje i brisanje direktorijuma</vt:lpstr>
      <vt:lpstr>2. GNU/ Linux struktura sistema datoteka</vt:lpstr>
      <vt:lpstr>Struktura sistema datoteka</vt:lpstr>
      <vt:lpstr>Struktura sistema datoteka</vt:lpstr>
      <vt:lpstr>Struktura sistema datoteka</vt:lpstr>
      <vt:lpstr>3. Interpreteri komandne linije</vt:lpstr>
      <vt:lpstr>Šel – interpreter komandne linije</vt:lpstr>
      <vt:lpstr>4. Prikaz, pretraga sadržaja i sortiranje datoteka</vt:lpstr>
      <vt:lpstr>Prikazivanje sadržaja datoteke</vt:lpstr>
      <vt:lpstr>find i locate komande</vt:lpstr>
      <vt:lpstr>grep komanda</vt:lpstr>
      <vt:lpstr>sort komanda</vt:lpstr>
      <vt:lpstr>Sekvencijalne komande</vt:lpstr>
      <vt:lpstr>Mjerenje proteklog vremena</vt:lpstr>
      <vt:lpstr>5. Simbolički i hard linkovi</vt:lpstr>
      <vt:lpstr>Simbolički linkovi</vt:lpstr>
      <vt:lpstr>Pravljenje simboličkih linkova</vt:lpstr>
      <vt:lpstr>Hard linkovi</vt:lpstr>
      <vt:lpstr>Nazivi datoteka i i-nodovi</vt:lpstr>
      <vt:lpstr>6. Prava pristupa datotekama</vt:lpstr>
      <vt:lpstr>Prava pristupa datotekama</vt:lpstr>
      <vt:lpstr>Ograničenja vezana za prava pristupa</vt:lpstr>
      <vt:lpstr>Primjeri prava pristupa</vt:lpstr>
      <vt:lpstr>chmod komanda</vt:lpstr>
      <vt:lpstr>chmod komanda</vt:lpstr>
      <vt:lpstr>Vlasnik datoteka</vt:lpstr>
      <vt:lpstr>Korištenje korjenskih prava</vt:lpstr>
      <vt:lpstr>7. Varijable okruženja, šel alijansi i procesi</vt:lpstr>
      <vt:lpstr>Varijable okruženja</vt:lpstr>
      <vt:lpstr>Glavne standardne varijable okruženja</vt:lpstr>
      <vt:lpstr>Alijansi</vt:lpstr>
      <vt:lpstr>~/.bashrc datoteka</vt:lpstr>
      <vt:lpstr>Istorija komandi</vt:lpstr>
      <vt:lpstr>Procesi</vt:lpstr>
      <vt:lpstr>Pokretanje zadataka u pozadini</vt:lpstr>
      <vt:lpstr>Kontrola pozadinskih zadataka</vt:lpstr>
      <vt:lpstr>Kontrola pozadinskih zadataka</vt:lpstr>
      <vt:lpstr>Listanje svih procesa</vt:lpstr>
      <vt:lpstr>Nadgledanje aktivnosti procesa</vt:lpstr>
      <vt:lpstr>Ubijanje procesa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Srdjan Grujic</dc:creator>
  <cp:lastModifiedBy>Srdjan Grujic</cp:lastModifiedBy>
  <cp:revision>21</cp:revision>
  <dcterms:created xsi:type="dcterms:W3CDTF">2026-07-02T08:23:25Z</dcterms:created>
  <dcterms:modified xsi:type="dcterms:W3CDTF">2026-07-06T10:50:15Z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0x010100A49B51D871C06644800B210CD2CD0987</vt:lpwstr>
  </property>
  <property fmtid="{D5CDD505-2E9C-101B-9397-08002B2CF9AE}" pid="3" name="_dlc_DocIdItemGuid">
    <vt:lpwstr>3fb2c26b-4c3a-426c-9701-b1fffdefb908</vt:lpwstr>
  </property>
  <property fmtid="{D5CDD505-2E9C-101B-9397-08002B2CF9AE}" pid="4" name="MediaServiceImageTags">
    <vt:lpwstr/>
  </property>
</Properties>
</file>